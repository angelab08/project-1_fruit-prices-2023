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layfair Display"/>
      <p:regular r:id="rId17"/>
      <p:bold r:id="rId18"/>
      <p:italic r:id="rId19"/>
      <p:boldItalic r:id="rId20"/>
    </p:embeddedFont>
    <p:embeddedFont>
      <p:font typeface="Instrument Sans SemiBold"/>
      <p:regular r:id="rId21"/>
      <p:bold r:id="rId22"/>
      <p:italic r:id="rId23"/>
      <p:boldItalic r:id="rId24"/>
    </p:embeddedFont>
    <p:embeddedFont>
      <p:font typeface="Instrument Sans Medium"/>
      <p:regular r:id="rId25"/>
      <p:bold r:id="rId26"/>
      <p:italic r:id="rId27"/>
      <p:boldItalic r:id="rId28"/>
    </p:embeddedFont>
    <p:embeddedFont>
      <p:font typeface="Instrument Sans"/>
      <p:regular r:id="rId29"/>
      <p:bold r:id="rId30"/>
      <p:italic r:id="rId31"/>
      <p:boldItalic r:id="rId32"/>
    </p:embeddedFont>
    <p:embeddedFont>
      <p:font typeface="Playfair Display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strumentSans-italic.fntdata"/><Relationship Id="rId30" Type="http://schemas.openxmlformats.org/officeDocument/2006/relationships/font" Target="fonts/InstrumentSans-bold.fntdata"/><Relationship Id="rId33" Type="http://schemas.openxmlformats.org/officeDocument/2006/relationships/font" Target="fonts/PlayfairDisplaySemiBold-regular.fntdata"/><Relationship Id="rId32" Type="http://schemas.openxmlformats.org/officeDocument/2006/relationships/font" Target="fonts/InstrumentSans-boldItalic.fntdata"/><Relationship Id="rId35" Type="http://schemas.openxmlformats.org/officeDocument/2006/relationships/font" Target="fonts/PlayfairDisplaySemiBold-italic.fntdata"/><Relationship Id="rId34" Type="http://schemas.openxmlformats.org/officeDocument/2006/relationships/font" Target="fonts/PlayfairDisplaySemiBold-bold.fntdata"/><Relationship Id="rId36" Type="http://schemas.openxmlformats.org/officeDocument/2006/relationships/font" Target="fonts/PlayfairDisplaySemiBold-boldItalic.fntdata"/><Relationship Id="rId20" Type="http://schemas.openxmlformats.org/officeDocument/2006/relationships/font" Target="fonts/PlayfairDisplay-boldItalic.fntdata"/><Relationship Id="rId22" Type="http://schemas.openxmlformats.org/officeDocument/2006/relationships/font" Target="fonts/InstrumentSansSemiBold-bold.fntdata"/><Relationship Id="rId21" Type="http://schemas.openxmlformats.org/officeDocument/2006/relationships/font" Target="fonts/InstrumentSansSemiBold-regular.fntdata"/><Relationship Id="rId24" Type="http://schemas.openxmlformats.org/officeDocument/2006/relationships/font" Target="fonts/InstrumentSansSemiBold-boldItalic.fntdata"/><Relationship Id="rId23" Type="http://schemas.openxmlformats.org/officeDocument/2006/relationships/font" Target="fonts/InstrumentSansSemiBold-italic.fntdata"/><Relationship Id="rId26" Type="http://schemas.openxmlformats.org/officeDocument/2006/relationships/font" Target="fonts/InstrumentSansMedium-bold.fntdata"/><Relationship Id="rId25" Type="http://schemas.openxmlformats.org/officeDocument/2006/relationships/font" Target="fonts/InstrumentSansMedium-regular.fntdata"/><Relationship Id="rId28" Type="http://schemas.openxmlformats.org/officeDocument/2006/relationships/font" Target="fonts/InstrumentSansMedium-boldItalic.fntdata"/><Relationship Id="rId27" Type="http://schemas.openxmlformats.org/officeDocument/2006/relationships/font" Target="fonts/InstrumentSansMedium-italic.fntdata"/><Relationship Id="rId29" Type="http://schemas.openxmlformats.org/officeDocument/2006/relationships/font" Target="fonts/InstrumentSans-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fairDisplay-regular.fntdata"/><Relationship Id="rId16" Type="http://schemas.openxmlformats.org/officeDocument/2006/relationships/slide" Target="slides/slide10.xml"/><Relationship Id="rId19" Type="http://schemas.openxmlformats.org/officeDocument/2006/relationships/font" Target="fonts/PlayfairDisplay-italic.fntdata"/><Relationship Id="rId18" Type="http://schemas.openxmlformats.org/officeDocument/2006/relationships/font" Target="fonts/PlayfairDi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h1db984cf44f7b36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h1db984cf44f7b36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1db984cf44f7b367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h1db984cf44f7b367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h1db984cf44f7b36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h1db984cf44f7b36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h1db984cf44f7b367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h1db984cf44f7b367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1db984cf44f7b367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h1db984cf44f7b367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1db984cf44f7b367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h1db984cf44f7b367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1db984cf44f7b367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h1db984cf44f7b367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1db984cf44f7b367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h1db984cf44f7b367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h1db984cf44f7b367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h1db984cf44f7b367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1db984cf44f7b367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1db984cf44f7b367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otions" type="blank">
  <p:cSld name="BLANK">
    <p:spTree>
      <p:nvGrpSpPr>
        <p:cNvPr id="54" name="Shape 54"/>
        <p:cNvGrpSpPr/>
        <p:nvPr/>
      </p:nvGrpSpPr>
      <p:grpSpPr>
        <a:xfrm>
          <a:off x="0" y="0"/>
          <a:ext cx="0" cy="0"/>
          <a:chOff x="0" y="0"/>
          <a:chExt cx="0" cy="0"/>
        </a:xfrm>
      </p:grpSpPr>
      <p:sp>
        <p:nvSpPr>
          <p:cNvPr id="55" name="Google Shape;55;p14"/>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6" name="Google Shape;56;p14"/>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pic>
        <p:nvPicPr>
          <p:cNvPr descr="A portrait of a smiling woman in casual attire. " id="57" name="Google Shape;57;p14"/>
          <p:cNvPicPr preferRelativeResize="0"/>
          <p:nvPr/>
        </p:nvPicPr>
        <p:blipFill rotWithShape="1">
          <a:blip r:embed="rId2">
            <a:alphaModFix/>
          </a:blip>
          <a:srcRect b="23378" l="26958" r="35833" t="0"/>
          <a:stretch/>
        </p:blipFill>
        <p:spPr>
          <a:xfrm>
            <a:off x="284700" y="1847700"/>
            <a:ext cx="2055000" cy="2820900"/>
          </a:xfrm>
          <a:prstGeom prst="roundRect">
            <a:avLst>
              <a:gd fmla="val 15597" name="adj"/>
            </a:avLst>
          </a:prstGeom>
          <a:noFill/>
          <a:ln>
            <a:noFill/>
          </a:ln>
        </p:spPr>
      </p:pic>
      <p:pic>
        <p:nvPicPr>
          <p:cNvPr descr="A confident man stands with his arms crossed in front of a white background. " id="58" name="Google Shape;58;p14"/>
          <p:cNvPicPr preferRelativeResize="0"/>
          <p:nvPr/>
        </p:nvPicPr>
        <p:blipFill rotWithShape="1">
          <a:blip r:embed="rId3">
            <a:alphaModFix/>
          </a:blip>
          <a:srcRect b="1225" l="28621" r="23422" t="0"/>
          <a:stretch/>
        </p:blipFill>
        <p:spPr>
          <a:xfrm>
            <a:off x="4629476" y="1847700"/>
            <a:ext cx="2055000" cy="2820900"/>
          </a:xfrm>
          <a:prstGeom prst="roundRect">
            <a:avLst>
              <a:gd fmla="val 15616" name="adj"/>
            </a:avLst>
          </a:prstGeom>
          <a:noFill/>
          <a:ln>
            <a:noFill/>
          </a:ln>
        </p:spPr>
      </p:pic>
      <p:sp>
        <p:nvSpPr>
          <p:cNvPr id="59" name="Google Shape;59;p14"/>
          <p:cNvSpPr txBox="1"/>
          <p:nvPr>
            <p:ph type="title"/>
          </p:nvPr>
        </p:nvSpPr>
        <p:spPr>
          <a:xfrm>
            <a:off x="284700" y="598950"/>
            <a:ext cx="6615900" cy="4506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1pPr>
            <a:lvl2pPr lvl="1">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2pPr>
            <a:lvl3pPr lvl="2">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3pPr>
            <a:lvl4pPr lvl="3">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4pPr>
            <a:lvl5pPr lvl="4">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5pPr>
            <a:lvl6pPr lvl="5">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6pPr>
            <a:lvl7pPr lvl="6">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7pPr>
            <a:lvl8pPr lvl="7">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8pPr>
            <a:lvl9pPr lvl="8">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9pPr>
          </a:lstStyle>
          <a:p/>
        </p:txBody>
      </p:sp>
      <p:sp>
        <p:nvSpPr>
          <p:cNvPr id="60" name="Google Shape;60;p14"/>
          <p:cNvSpPr txBox="1"/>
          <p:nvPr>
            <p:ph idx="3" type="subTitle"/>
          </p:nvPr>
        </p:nvSpPr>
        <p:spPr>
          <a:xfrm>
            <a:off x="2541625"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1" name="Google Shape;61;p14"/>
          <p:cNvSpPr txBox="1"/>
          <p:nvPr>
            <p:ph idx="4" type="subTitle"/>
          </p:nvPr>
        </p:nvSpPr>
        <p:spPr>
          <a:xfrm>
            <a:off x="2640775"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5" type="subTitle"/>
          </p:nvPr>
        </p:nvSpPr>
        <p:spPr>
          <a:xfrm>
            <a:off x="6895261"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3" name="Google Shape;63;p14"/>
          <p:cNvSpPr txBox="1"/>
          <p:nvPr>
            <p:ph idx="6" type="subTitle"/>
          </p:nvPr>
        </p:nvSpPr>
        <p:spPr>
          <a:xfrm>
            <a:off x="6895261"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4" name="Google Shape;64;p14"/>
          <p:cNvSpPr txBox="1"/>
          <p:nvPr>
            <p:ph idx="7" type="subTitle"/>
          </p:nvPr>
        </p:nvSpPr>
        <p:spPr>
          <a:xfrm>
            <a:off x="2541000" y="3617250"/>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65" name="Google Shape;65;p14"/>
          <p:cNvSpPr txBox="1"/>
          <p:nvPr>
            <p:ph idx="8" type="subTitle"/>
          </p:nvPr>
        </p:nvSpPr>
        <p:spPr>
          <a:xfrm>
            <a:off x="6886656" y="3627975"/>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66" name="Google Shape;66;p1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2">
    <p:spTree>
      <p:nvGrpSpPr>
        <p:cNvPr id="67" name="Shape 67"/>
        <p:cNvGrpSpPr/>
        <p:nvPr/>
      </p:nvGrpSpPr>
      <p:grpSpPr>
        <a:xfrm>
          <a:off x="0" y="0"/>
          <a:ext cx="0" cy="0"/>
          <a:chOff x="0" y="0"/>
          <a:chExt cx="0" cy="0"/>
        </a:xfrm>
      </p:grpSpPr>
      <p:sp>
        <p:nvSpPr>
          <p:cNvPr id="68" name="Google Shape;68;p15"/>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p:txBody>
      </p:sp>
      <p:grpSp>
        <p:nvGrpSpPr>
          <p:cNvPr id="69" name="Google Shape;69;p15"/>
          <p:cNvGrpSpPr/>
          <p:nvPr/>
        </p:nvGrpSpPr>
        <p:grpSpPr>
          <a:xfrm>
            <a:off x="5689900" y="0"/>
            <a:ext cx="2908801" cy="5143500"/>
            <a:chOff x="5689900" y="0"/>
            <a:chExt cx="2908801" cy="5143500"/>
          </a:xfrm>
        </p:grpSpPr>
        <p:pic>
          <p:nvPicPr>
            <p:cNvPr id="70" name="Google Shape;70;p15"/>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71" name="Google Shape;71;p15"/>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72" name="Google Shape;72;p15"/>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2_1">
    <p:spTree>
      <p:nvGrpSpPr>
        <p:cNvPr id="73" name="Shape 73"/>
        <p:cNvGrpSpPr/>
        <p:nvPr/>
      </p:nvGrpSpPr>
      <p:grpSpPr>
        <a:xfrm>
          <a:off x="0" y="0"/>
          <a:ext cx="0" cy="0"/>
          <a:chOff x="0" y="0"/>
          <a:chExt cx="0" cy="0"/>
        </a:xfrm>
      </p:grpSpPr>
      <p:sp>
        <p:nvSpPr>
          <p:cNvPr id="74" name="Google Shape;74;p16"/>
          <p:cNvSpPr/>
          <p:nvPr/>
        </p:nvSpPr>
        <p:spPr>
          <a:xfrm>
            <a:off x="608106" y="3907013"/>
            <a:ext cx="571200" cy="571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5" name="Google Shape;75;p16"/>
          <p:cNvSpPr/>
          <p:nvPr>
            <p:ph idx="2" type="pic"/>
          </p:nvPr>
        </p:nvSpPr>
        <p:spPr>
          <a:xfrm>
            <a:off x="598225" y="3900375"/>
            <a:ext cx="571200" cy="571200"/>
          </a:xfrm>
          <a:prstGeom prst="ellipse">
            <a:avLst/>
          </a:prstGeom>
          <a:noFill/>
          <a:ln>
            <a:noFill/>
          </a:ln>
        </p:spPr>
      </p:sp>
      <p:sp>
        <p:nvSpPr>
          <p:cNvPr id="76" name="Google Shape;76;p16"/>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defRPr>
            </a:lvl2pPr>
            <a:lvl3pPr lvl="2">
              <a:lnSpc>
                <a:spcPct val="85000"/>
              </a:lnSpc>
              <a:spcBef>
                <a:spcPts val="0"/>
              </a:spcBef>
              <a:spcAft>
                <a:spcPts val="0"/>
              </a:spcAft>
              <a:buClr>
                <a:schemeClr val="lt1"/>
              </a:buClr>
              <a:buSzPts val="6000"/>
              <a:buFont typeface="Instrument Sans SemiBold"/>
              <a:buNone/>
              <a:defRPr sz="6000">
                <a:solidFill>
                  <a:schemeClr val="lt1"/>
                </a:solidFill>
              </a:defRPr>
            </a:lvl3pPr>
            <a:lvl4pPr lvl="3">
              <a:lnSpc>
                <a:spcPct val="85000"/>
              </a:lnSpc>
              <a:spcBef>
                <a:spcPts val="0"/>
              </a:spcBef>
              <a:spcAft>
                <a:spcPts val="0"/>
              </a:spcAft>
              <a:buClr>
                <a:schemeClr val="lt1"/>
              </a:buClr>
              <a:buSzPts val="6000"/>
              <a:buFont typeface="Instrument Sans SemiBold"/>
              <a:buNone/>
              <a:defRPr sz="6000">
                <a:solidFill>
                  <a:schemeClr val="lt1"/>
                </a:solidFill>
              </a:defRPr>
            </a:lvl4pPr>
            <a:lvl5pPr lvl="4">
              <a:lnSpc>
                <a:spcPct val="85000"/>
              </a:lnSpc>
              <a:spcBef>
                <a:spcPts val="0"/>
              </a:spcBef>
              <a:spcAft>
                <a:spcPts val="0"/>
              </a:spcAft>
              <a:buClr>
                <a:schemeClr val="lt1"/>
              </a:buClr>
              <a:buSzPts val="6000"/>
              <a:buFont typeface="Instrument Sans SemiBold"/>
              <a:buNone/>
              <a:defRPr sz="6000">
                <a:solidFill>
                  <a:schemeClr val="lt1"/>
                </a:solidFill>
              </a:defRPr>
            </a:lvl5pPr>
            <a:lvl6pPr lvl="5">
              <a:lnSpc>
                <a:spcPct val="85000"/>
              </a:lnSpc>
              <a:spcBef>
                <a:spcPts val="0"/>
              </a:spcBef>
              <a:spcAft>
                <a:spcPts val="0"/>
              </a:spcAft>
              <a:buClr>
                <a:schemeClr val="lt1"/>
              </a:buClr>
              <a:buSzPts val="6000"/>
              <a:buFont typeface="Instrument Sans SemiBold"/>
              <a:buNone/>
              <a:defRPr sz="6000">
                <a:solidFill>
                  <a:schemeClr val="lt1"/>
                </a:solidFill>
              </a:defRPr>
            </a:lvl6pPr>
            <a:lvl7pPr lvl="6">
              <a:lnSpc>
                <a:spcPct val="85000"/>
              </a:lnSpc>
              <a:spcBef>
                <a:spcPts val="0"/>
              </a:spcBef>
              <a:spcAft>
                <a:spcPts val="0"/>
              </a:spcAft>
              <a:buClr>
                <a:schemeClr val="lt1"/>
              </a:buClr>
              <a:buSzPts val="6000"/>
              <a:buFont typeface="Instrument Sans SemiBold"/>
              <a:buNone/>
              <a:defRPr sz="6000">
                <a:solidFill>
                  <a:schemeClr val="lt1"/>
                </a:solidFill>
              </a:defRPr>
            </a:lvl7pPr>
            <a:lvl8pPr lvl="7">
              <a:lnSpc>
                <a:spcPct val="85000"/>
              </a:lnSpc>
              <a:spcBef>
                <a:spcPts val="0"/>
              </a:spcBef>
              <a:spcAft>
                <a:spcPts val="0"/>
              </a:spcAft>
              <a:buClr>
                <a:schemeClr val="lt1"/>
              </a:buClr>
              <a:buSzPts val="6000"/>
              <a:buFont typeface="Instrument Sans SemiBold"/>
              <a:buNone/>
              <a:defRPr sz="6000">
                <a:solidFill>
                  <a:schemeClr val="lt1"/>
                </a:solidFill>
              </a:defRPr>
            </a:lvl8pPr>
            <a:lvl9pPr lvl="8">
              <a:lnSpc>
                <a:spcPct val="85000"/>
              </a:lnSpc>
              <a:spcBef>
                <a:spcPts val="0"/>
              </a:spcBef>
              <a:spcAft>
                <a:spcPts val="0"/>
              </a:spcAft>
              <a:buClr>
                <a:schemeClr val="lt1"/>
              </a:buClr>
              <a:buSzPts val="6000"/>
              <a:buFont typeface="Instrument Sans SemiBold"/>
              <a:buNone/>
              <a:defRPr sz="6000">
                <a:solidFill>
                  <a:schemeClr val="lt1"/>
                </a:solidFill>
              </a:defRPr>
            </a:lvl9pPr>
          </a:lstStyle>
          <a:p/>
        </p:txBody>
      </p:sp>
      <p:sp>
        <p:nvSpPr>
          <p:cNvPr id="77" name="Google Shape;77;p16"/>
          <p:cNvSpPr txBox="1"/>
          <p:nvPr>
            <p:ph idx="1" type="subTitle"/>
          </p:nvPr>
        </p:nvSpPr>
        <p:spPr>
          <a:xfrm>
            <a:off x="1416800" y="3864575"/>
            <a:ext cx="2908800" cy="3084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400"/>
              <a:buFont typeface="Instrument Sans"/>
              <a:buNone/>
              <a:defRPr sz="12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78" name="Google Shape;78;p16"/>
          <p:cNvSpPr txBox="1"/>
          <p:nvPr>
            <p:ph idx="3" type="subTitle"/>
          </p:nvPr>
        </p:nvSpPr>
        <p:spPr>
          <a:xfrm>
            <a:off x="1416800" y="4185969"/>
            <a:ext cx="2908800" cy="308400"/>
          </a:xfrm>
          <a:prstGeom prst="rect">
            <a:avLst/>
          </a:prstGeom>
        </p:spPr>
        <p:txBody>
          <a:bodyPr anchorCtr="0" anchor="t" bIns="0" lIns="0" spcFirstLastPara="1" rIns="0" wrap="square" tIns="0">
            <a:noAutofit/>
          </a:bodyPr>
          <a:lstStyle>
            <a:lvl1pPr lvl="0">
              <a:lnSpc>
                <a:spcPct val="110000"/>
              </a:lnSpc>
              <a:spcBef>
                <a:spcPts val="0"/>
              </a:spcBef>
              <a:spcAft>
                <a:spcPts val="0"/>
              </a:spcAft>
              <a:buNone/>
              <a:defRPr i="1" sz="12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Clr>
                <a:schemeClr val="accent5"/>
              </a:buClr>
              <a:buSzPts val="1400"/>
              <a:buFont typeface="Instrument Sans"/>
              <a:buNone/>
              <a:defRPr>
                <a:solidFill>
                  <a:schemeClr val="accent5"/>
                </a:solidFill>
              </a:defRPr>
            </a:lvl2pPr>
            <a:lvl3pPr lvl="2">
              <a:spcBef>
                <a:spcPts val="0"/>
              </a:spcBef>
              <a:spcAft>
                <a:spcPts val="0"/>
              </a:spcAft>
              <a:buClr>
                <a:schemeClr val="accent5"/>
              </a:buClr>
              <a:buSzPts val="1400"/>
              <a:buFont typeface="Instrument Sans"/>
              <a:buNone/>
              <a:defRPr>
                <a:solidFill>
                  <a:schemeClr val="accent5"/>
                </a:solidFill>
              </a:defRPr>
            </a:lvl3pPr>
            <a:lvl4pPr lvl="3">
              <a:spcBef>
                <a:spcPts val="0"/>
              </a:spcBef>
              <a:spcAft>
                <a:spcPts val="0"/>
              </a:spcAft>
              <a:buClr>
                <a:schemeClr val="accent5"/>
              </a:buClr>
              <a:buSzPts val="1400"/>
              <a:buFont typeface="Instrument Sans"/>
              <a:buNone/>
              <a:defRPr>
                <a:solidFill>
                  <a:schemeClr val="accent5"/>
                </a:solidFill>
              </a:defRPr>
            </a:lvl4pPr>
            <a:lvl5pPr lvl="4">
              <a:spcBef>
                <a:spcPts val="0"/>
              </a:spcBef>
              <a:spcAft>
                <a:spcPts val="0"/>
              </a:spcAft>
              <a:buClr>
                <a:schemeClr val="accent5"/>
              </a:buClr>
              <a:buSzPts val="1400"/>
              <a:buFont typeface="Instrument Sans"/>
              <a:buNone/>
              <a:defRPr>
                <a:solidFill>
                  <a:schemeClr val="accent5"/>
                </a:solidFill>
              </a:defRPr>
            </a:lvl5pPr>
            <a:lvl6pPr lvl="5">
              <a:spcBef>
                <a:spcPts val="0"/>
              </a:spcBef>
              <a:spcAft>
                <a:spcPts val="0"/>
              </a:spcAft>
              <a:buClr>
                <a:schemeClr val="accent5"/>
              </a:buClr>
              <a:buSzPts val="1400"/>
              <a:buFont typeface="Instrument Sans"/>
              <a:buNone/>
              <a:defRPr>
                <a:solidFill>
                  <a:schemeClr val="accent5"/>
                </a:solidFill>
              </a:defRPr>
            </a:lvl6pPr>
            <a:lvl7pPr lvl="6">
              <a:spcBef>
                <a:spcPts val="0"/>
              </a:spcBef>
              <a:spcAft>
                <a:spcPts val="0"/>
              </a:spcAft>
              <a:buClr>
                <a:schemeClr val="accent5"/>
              </a:buClr>
              <a:buSzPts val="1400"/>
              <a:buFont typeface="Instrument Sans"/>
              <a:buNone/>
              <a:defRPr>
                <a:solidFill>
                  <a:schemeClr val="accent5"/>
                </a:solidFill>
              </a:defRPr>
            </a:lvl7pPr>
            <a:lvl8pPr lvl="7">
              <a:spcBef>
                <a:spcPts val="0"/>
              </a:spcBef>
              <a:spcAft>
                <a:spcPts val="0"/>
              </a:spcAft>
              <a:buClr>
                <a:schemeClr val="accent5"/>
              </a:buClr>
              <a:buSzPts val="1400"/>
              <a:buFont typeface="Instrument Sans"/>
              <a:buNone/>
              <a:defRPr>
                <a:solidFill>
                  <a:schemeClr val="accent5"/>
                </a:solidFill>
              </a:defRPr>
            </a:lvl8pPr>
            <a:lvl9pPr lvl="8">
              <a:spcBef>
                <a:spcPts val="0"/>
              </a:spcBef>
              <a:spcAft>
                <a:spcPts val="0"/>
              </a:spcAft>
              <a:buClr>
                <a:schemeClr val="accent5"/>
              </a:buClr>
              <a:buSzPts val="1400"/>
              <a:buFont typeface="Instrument Sans"/>
              <a:buNone/>
              <a:defRPr>
                <a:solidFill>
                  <a:schemeClr val="accent5"/>
                </a:solidFill>
              </a:defRPr>
            </a:lvl9pPr>
          </a:lstStyle>
          <a:p/>
        </p:txBody>
      </p:sp>
      <p:grpSp>
        <p:nvGrpSpPr>
          <p:cNvPr id="79" name="Google Shape;79;p16"/>
          <p:cNvGrpSpPr/>
          <p:nvPr/>
        </p:nvGrpSpPr>
        <p:grpSpPr>
          <a:xfrm>
            <a:off x="5689900" y="0"/>
            <a:ext cx="2908801" cy="5143500"/>
            <a:chOff x="5689900" y="0"/>
            <a:chExt cx="2908801" cy="5143500"/>
          </a:xfrm>
        </p:grpSpPr>
        <p:pic>
          <p:nvPicPr>
            <p:cNvPr id="80" name="Google Shape;80;p16"/>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81" name="Google Shape;81;p16"/>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82" name="Google Shape;82;p16"/>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4 elements">
  <p:cSld name="BLANK_1_1_1_1_1_1_1_1_1_1_1_2">
    <p:bg>
      <p:bgPr>
        <a:solidFill>
          <a:schemeClr val="dk2"/>
        </a:solidFill>
      </p:bgPr>
    </p:bg>
    <p:spTree>
      <p:nvGrpSpPr>
        <p:cNvPr id="83" name="Shape 83"/>
        <p:cNvGrpSpPr/>
        <p:nvPr/>
      </p:nvGrpSpPr>
      <p:grpSpPr>
        <a:xfrm>
          <a:off x="0" y="0"/>
          <a:ext cx="0" cy="0"/>
          <a:chOff x="0" y="0"/>
          <a:chExt cx="0" cy="0"/>
        </a:xfrm>
      </p:grpSpPr>
      <p:pic>
        <p:nvPicPr>
          <p:cNvPr id="84" name="Google Shape;84;p17"/>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85" name="Google Shape;85;p17"/>
          <p:cNvSpPr txBox="1"/>
          <p:nvPr>
            <p:ph idx="1" type="body"/>
          </p:nvPr>
        </p:nvSpPr>
        <p:spPr>
          <a:xfrm>
            <a:off x="46281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6" name="Google Shape;86;p17"/>
          <p:cNvSpPr txBox="1"/>
          <p:nvPr>
            <p:ph idx="2" type="body"/>
          </p:nvPr>
        </p:nvSpPr>
        <p:spPr>
          <a:xfrm>
            <a:off x="6801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7" name="Google Shape;87;p17"/>
          <p:cNvSpPr txBox="1"/>
          <p:nvPr>
            <p:ph idx="3" type="body"/>
          </p:nvPr>
        </p:nvSpPr>
        <p:spPr>
          <a:xfrm>
            <a:off x="280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8" name="Google Shape;88;p17"/>
          <p:cNvSpPr txBox="1"/>
          <p:nvPr>
            <p:ph idx="4" type="body"/>
          </p:nvPr>
        </p:nvSpPr>
        <p:spPr>
          <a:xfrm>
            <a:off x="2454525" y="2623228"/>
            <a:ext cx="2055000" cy="1281600"/>
          </a:xfrm>
          <a:prstGeom prst="rect">
            <a:avLst/>
          </a:prstGeom>
        </p:spPr>
        <p:txBody>
          <a:bodyPr anchorCtr="0" anchor="t" bIns="91425" lIns="137150" spcFirstLastPara="1" rIns="91425" wrap="square" tIns="91425">
            <a:noAutofit/>
          </a:bodyPr>
          <a:lstStyle>
            <a:lvl1pPr indent="-317500" lvl="0" marL="457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1pPr>
            <a:lvl2pPr indent="-317500" lvl="1" marL="914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2pPr>
            <a:lvl3pPr indent="-317500" lvl="2" marL="1371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3pPr>
            <a:lvl4pPr indent="-317500" lvl="3" marL="1828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4pPr>
            <a:lvl5pPr indent="-317500" lvl="4" marL="22860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5pPr>
            <a:lvl6pPr indent="-317500" lvl="5" marL="2743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6pPr>
            <a:lvl7pPr indent="-317500" lvl="6" marL="3200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7pPr>
            <a:lvl8pPr indent="-317500" lvl="7" marL="3657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8pPr>
            <a:lvl9pPr indent="-317500" lvl="8" marL="4114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9pPr>
          </a:lstStyle>
          <a:p/>
        </p:txBody>
      </p:sp>
      <p:sp>
        <p:nvSpPr>
          <p:cNvPr id="89" name="Google Shape;89;p17"/>
          <p:cNvSpPr txBox="1"/>
          <p:nvPr>
            <p:ph idx="5" type="subTitle"/>
          </p:nvPr>
        </p:nvSpPr>
        <p:spPr>
          <a:xfrm>
            <a:off x="28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7"/>
          <p:cNvSpPr txBox="1"/>
          <p:nvPr>
            <p:ph idx="6" type="subTitle"/>
          </p:nvPr>
        </p:nvSpPr>
        <p:spPr>
          <a:xfrm>
            <a:off x="2459475"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7"/>
          <p:cNvSpPr txBox="1"/>
          <p:nvPr>
            <p:ph idx="7" type="subTitle"/>
          </p:nvPr>
        </p:nvSpPr>
        <p:spPr>
          <a:xfrm>
            <a:off x="462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7"/>
          <p:cNvSpPr txBox="1"/>
          <p:nvPr>
            <p:ph idx="8" type="subTitle"/>
          </p:nvPr>
        </p:nvSpPr>
        <p:spPr>
          <a:xfrm>
            <a:off x="6807639"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7"/>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4" name="Google Shape;94;p1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7"/>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96" name="Google Shape;96;p17"/>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97" name="Google Shape;97;p17"/>
          <p:cNvSpPr txBox="1"/>
          <p:nvPr>
            <p:ph idx="14" type="subTitle"/>
          </p:nvPr>
        </p:nvSpPr>
        <p:spPr>
          <a:xfrm>
            <a:off x="282950"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98" name="Google Shape;98;p17"/>
          <p:cNvSpPr txBox="1"/>
          <p:nvPr>
            <p:ph idx="15" type="subTitle"/>
          </p:nvPr>
        </p:nvSpPr>
        <p:spPr>
          <a:xfrm>
            <a:off x="2456213"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99" name="Google Shape;99;p17"/>
          <p:cNvSpPr txBox="1"/>
          <p:nvPr>
            <p:ph idx="16" type="subTitle"/>
          </p:nvPr>
        </p:nvSpPr>
        <p:spPr>
          <a:xfrm>
            <a:off x="462902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00" name="Google Shape;100;p17"/>
          <p:cNvSpPr txBox="1"/>
          <p:nvPr>
            <p:ph idx="17" type="subTitle"/>
          </p:nvPr>
        </p:nvSpPr>
        <p:spPr>
          <a:xfrm>
            <a:off x="680187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6 elements">
  <p:cSld name="BLANK_1_1_1_1_1_1_1_1_1_1_1_2_1">
    <p:bg>
      <p:bgPr>
        <a:solidFill>
          <a:schemeClr val="dk2"/>
        </a:solidFill>
      </p:bgPr>
    </p:bg>
    <p:spTree>
      <p:nvGrpSpPr>
        <p:cNvPr id="101" name="Shape 101"/>
        <p:cNvGrpSpPr/>
        <p:nvPr/>
      </p:nvGrpSpPr>
      <p:grpSpPr>
        <a:xfrm>
          <a:off x="0" y="0"/>
          <a:ext cx="0" cy="0"/>
          <a:chOff x="0" y="0"/>
          <a:chExt cx="0" cy="0"/>
        </a:xfrm>
      </p:grpSpPr>
      <p:pic>
        <p:nvPicPr>
          <p:cNvPr id="102" name="Google Shape;102;p18"/>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103" name="Google Shape;103;p18"/>
          <p:cNvSpPr txBox="1"/>
          <p:nvPr>
            <p:ph idx="1" type="body"/>
          </p:nvPr>
        </p:nvSpPr>
        <p:spPr>
          <a:xfrm>
            <a:off x="281050" y="2623225"/>
            <a:ext cx="1363500" cy="1323600"/>
          </a:xfrm>
          <a:prstGeom prst="rect">
            <a:avLst/>
          </a:prstGeom>
        </p:spPr>
        <p:txBody>
          <a:bodyPr anchorCtr="0" anchor="t" bIns="91425" lIns="137150" spcFirstLastPara="1" rIns="90250"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4" name="Google Shape;104;p18"/>
          <p:cNvSpPr txBox="1"/>
          <p:nvPr>
            <p:ph idx="2" type="body"/>
          </p:nvPr>
        </p:nvSpPr>
        <p:spPr>
          <a:xfrm>
            <a:off x="1721100" y="2623225"/>
            <a:ext cx="1372500" cy="1323600"/>
          </a:xfrm>
          <a:prstGeom prst="rect">
            <a:avLst/>
          </a:prstGeom>
        </p:spPr>
        <p:txBody>
          <a:bodyPr anchorCtr="0" anchor="t" bIns="91425" lIns="137150" spcFirstLastPara="1" rIns="91425" wrap="square" tIns="91425">
            <a:noAutofit/>
          </a:bodyPr>
          <a:lstStyle>
            <a:lvl1pPr indent="-304800" lvl="0" marL="457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5" name="Google Shape;105;p18"/>
          <p:cNvSpPr txBox="1"/>
          <p:nvPr>
            <p:ph idx="3" type="body"/>
          </p:nvPr>
        </p:nvSpPr>
        <p:spPr>
          <a:xfrm>
            <a:off x="3166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6" name="Google Shape;106;p18"/>
          <p:cNvSpPr txBox="1"/>
          <p:nvPr>
            <p:ph idx="4" type="body"/>
          </p:nvPr>
        </p:nvSpPr>
        <p:spPr>
          <a:xfrm>
            <a:off x="4608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7" name="Google Shape;107;p18"/>
          <p:cNvSpPr txBox="1"/>
          <p:nvPr>
            <p:ph idx="5" type="body"/>
          </p:nvPr>
        </p:nvSpPr>
        <p:spPr>
          <a:xfrm>
            <a:off x="6053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8" name="Google Shape;108;p18"/>
          <p:cNvSpPr txBox="1"/>
          <p:nvPr>
            <p:ph idx="6" type="body"/>
          </p:nvPr>
        </p:nvSpPr>
        <p:spPr>
          <a:xfrm>
            <a:off x="7495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9" name="Google Shape;109;p18"/>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0" name="Google Shape;110;p1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5"/>
                </a:solidFill>
                <a:latin typeface="Instrument Sans"/>
                <a:ea typeface="Instrument Sans"/>
                <a:cs typeface="Instrument Sans"/>
                <a:sym typeface="Instrument Sans"/>
              </a:defRPr>
            </a:lvl1pPr>
            <a:lvl2pPr lvl="1" algn="r">
              <a:buNone/>
              <a:defRPr sz="700">
                <a:solidFill>
                  <a:schemeClr val="accent5"/>
                </a:solidFill>
                <a:latin typeface="Instrument Sans"/>
                <a:ea typeface="Instrument Sans"/>
                <a:cs typeface="Instrument Sans"/>
                <a:sym typeface="Instrument Sans"/>
              </a:defRPr>
            </a:lvl2pPr>
            <a:lvl3pPr lvl="2" algn="r">
              <a:buNone/>
              <a:defRPr sz="700">
                <a:solidFill>
                  <a:schemeClr val="accent5"/>
                </a:solidFill>
                <a:latin typeface="Instrument Sans"/>
                <a:ea typeface="Instrument Sans"/>
                <a:cs typeface="Instrument Sans"/>
                <a:sym typeface="Instrument Sans"/>
              </a:defRPr>
            </a:lvl3pPr>
            <a:lvl4pPr lvl="3" algn="r">
              <a:buNone/>
              <a:defRPr sz="700">
                <a:solidFill>
                  <a:schemeClr val="accent5"/>
                </a:solidFill>
                <a:latin typeface="Instrument Sans"/>
                <a:ea typeface="Instrument Sans"/>
                <a:cs typeface="Instrument Sans"/>
                <a:sym typeface="Instrument Sans"/>
              </a:defRPr>
            </a:lvl4pPr>
            <a:lvl5pPr lvl="4" algn="r">
              <a:buNone/>
              <a:defRPr sz="700">
                <a:solidFill>
                  <a:schemeClr val="accent5"/>
                </a:solidFill>
                <a:latin typeface="Instrument Sans"/>
                <a:ea typeface="Instrument Sans"/>
                <a:cs typeface="Instrument Sans"/>
                <a:sym typeface="Instrument Sans"/>
              </a:defRPr>
            </a:lvl5pPr>
            <a:lvl6pPr lvl="5" algn="r">
              <a:buNone/>
              <a:defRPr sz="700">
                <a:solidFill>
                  <a:schemeClr val="accent5"/>
                </a:solidFill>
                <a:latin typeface="Instrument Sans"/>
                <a:ea typeface="Instrument Sans"/>
                <a:cs typeface="Instrument Sans"/>
                <a:sym typeface="Instrument Sans"/>
              </a:defRPr>
            </a:lvl6pPr>
            <a:lvl7pPr lvl="6" algn="r">
              <a:buNone/>
              <a:defRPr sz="700">
                <a:solidFill>
                  <a:schemeClr val="accent5"/>
                </a:solidFill>
                <a:latin typeface="Instrument Sans"/>
                <a:ea typeface="Instrument Sans"/>
                <a:cs typeface="Instrument Sans"/>
                <a:sym typeface="Instrument Sans"/>
              </a:defRPr>
            </a:lvl7pPr>
            <a:lvl8pPr lvl="7" algn="r">
              <a:buNone/>
              <a:defRPr sz="700">
                <a:solidFill>
                  <a:schemeClr val="accent5"/>
                </a:solidFill>
                <a:latin typeface="Instrument Sans"/>
                <a:ea typeface="Instrument Sans"/>
                <a:cs typeface="Instrument Sans"/>
                <a:sym typeface="Instrument Sans"/>
              </a:defRPr>
            </a:lvl8pPr>
            <a:lvl9pPr lvl="8" algn="r">
              <a:buNone/>
              <a:defRPr sz="700">
                <a:solidFill>
                  <a:schemeClr val="accent5"/>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18"/>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12" name="Google Shape;112;p18"/>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13" name="Google Shape;113;p18"/>
          <p:cNvSpPr txBox="1"/>
          <p:nvPr>
            <p:ph idx="9" type="subTitle"/>
          </p:nvPr>
        </p:nvSpPr>
        <p:spPr>
          <a:xfrm>
            <a:off x="282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4" name="Google Shape;114;p18"/>
          <p:cNvSpPr txBox="1"/>
          <p:nvPr>
            <p:ph idx="13" type="subTitle"/>
          </p:nvPr>
        </p:nvSpPr>
        <p:spPr>
          <a:xfrm>
            <a:off x="1724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5" name="Google Shape;115;p18"/>
          <p:cNvSpPr txBox="1"/>
          <p:nvPr>
            <p:ph idx="14" type="subTitle"/>
          </p:nvPr>
        </p:nvSpPr>
        <p:spPr>
          <a:xfrm>
            <a:off x="31665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6" name="Google Shape;116;p18"/>
          <p:cNvSpPr txBox="1"/>
          <p:nvPr>
            <p:ph idx="15" type="subTitle"/>
          </p:nvPr>
        </p:nvSpPr>
        <p:spPr>
          <a:xfrm>
            <a:off x="46078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7" name="Google Shape;117;p18"/>
          <p:cNvSpPr txBox="1"/>
          <p:nvPr>
            <p:ph idx="16" type="subTitle"/>
          </p:nvPr>
        </p:nvSpPr>
        <p:spPr>
          <a:xfrm>
            <a:off x="60492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8" name="Google Shape;118;p18"/>
          <p:cNvSpPr txBox="1"/>
          <p:nvPr>
            <p:ph idx="17" type="subTitle"/>
          </p:nvPr>
        </p:nvSpPr>
        <p:spPr>
          <a:xfrm>
            <a:off x="74905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9" name="Google Shape;119;p18"/>
          <p:cNvSpPr txBox="1"/>
          <p:nvPr>
            <p:ph idx="18" type="subTitle"/>
          </p:nvPr>
        </p:nvSpPr>
        <p:spPr>
          <a:xfrm>
            <a:off x="28910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18"/>
          <p:cNvSpPr txBox="1"/>
          <p:nvPr>
            <p:ph idx="19" type="subTitle"/>
          </p:nvPr>
        </p:nvSpPr>
        <p:spPr>
          <a:xfrm>
            <a:off x="17280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18"/>
          <p:cNvSpPr txBox="1"/>
          <p:nvPr>
            <p:ph idx="20" type="subTitle"/>
          </p:nvPr>
        </p:nvSpPr>
        <p:spPr>
          <a:xfrm>
            <a:off x="3168063"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8"/>
          <p:cNvSpPr txBox="1"/>
          <p:nvPr>
            <p:ph idx="21" type="subTitle"/>
          </p:nvPr>
        </p:nvSpPr>
        <p:spPr>
          <a:xfrm>
            <a:off x="46086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8"/>
          <p:cNvSpPr txBox="1"/>
          <p:nvPr>
            <p:ph idx="22" type="subTitle"/>
          </p:nvPr>
        </p:nvSpPr>
        <p:spPr>
          <a:xfrm>
            <a:off x="6051325"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8"/>
          <p:cNvSpPr txBox="1"/>
          <p:nvPr>
            <p:ph idx="23" type="subTitle"/>
          </p:nvPr>
        </p:nvSpPr>
        <p:spPr>
          <a:xfrm>
            <a:off x="749035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1_1_1_1_1_1_1_2_1_1">
    <p:bg>
      <p:bgPr>
        <a:solidFill>
          <a:schemeClr val="dk2"/>
        </a:solidFill>
      </p:bgPr>
    </p:bg>
    <p:spTree>
      <p:nvGrpSpPr>
        <p:cNvPr id="125" name="Shape 125"/>
        <p:cNvGrpSpPr/>
        <p:nvPr/>
      </p:nvGrpSpPr>
      <p:grpSpPr>
        <a:xfrm>
          <a:off x="0" y="0"/>
          <a:ext cx="0" cy="0"/>
          <a:chOff x="0" y="0"/>
          <a:chExt cx="0" cy="0"/>
        </a:xfrm>
      </p:grpSpPr>
      <p:sp>
        <p:nvSpPr>
          <p:cNvPr id="126" name="Google Shape;126;p19"/>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7" name="Google Shape;127;p1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19"/>
          <p:cNvSpPr/>
          <p:nvPr>
            <p:ph idx="2" type="pic"/>
          </p:nvPr>
        </p:nvSpPr>
        <p:spPr>
          <a:xfrm>
            <a:off x="477231" y="2396357"/>
            <a:ext cx="1243500" cy="1243500"/>
          </a:xfrm>
          <a:prstGeom prst="ellipse">
            <a:avLst/>
          </a:prstGeom>
          <a:noFill/>
          <a:ln>
            <a:noFill/>
          </a:ln>
        </p:spPr>
      </p:sp>
      <p:sp>
        <p:nvSpPr>
          <p:cNvPr id="129" name="Google Shape;129;p19"/>
          <p:cNvSpPr/>
          <p:nvPr>
            <p:ph idx="3" type="pic"/>
          </p:nvPr>
        </p:nvSpPr>
        <p:spPr>
          <a:xfrm>
            <a:off x="1867356" y="2396357"/>
            <a:ext cx="1243500" cy="1243500"/>
          </a:xfrm>
          <a:prstGeom prst="ellipse">
            <a:avLst/>
          </a:prstGeom>
          <a:noFill/>
          <a:ln>
            <a:noFill/>
          </a:ln>
        </p:spPr>
      </p:sp>
      <p:sp>
        <p:nvSpPr>
          <p:cNvPr id="130" name="Google Shape;130;p19"/>
          <p:cNvSpPr/>
          <p:nvPr>
            <p:ph idx="4" type="pic"/>
          </p:nvPr>
        </p:nvSpPr>
        <p:spPr>
          <a:xfrm>
            <a:off x="3257481" y="2396357"/>
            <a:ext cx="1243500" cy="1243500"/>
          </a:xfrm>
          <a:prstGeom prst="ellipse">
            <a:avLst/>
          </a:prstGeom>
          <a:noFill/>
          <a:ln>
            <a:noFill/>
          </a:ln>
        </p:spPr>
      </p:sp>
      <p:sp>
        <p:nvSpPr>
          <p:cNvPr id="131" name="Google Shape;131;p19"/>
          <p:cNvSpPr/>
          <p:nvPr>
            <p:ph idx="5" type="pic"/>
          </p:nvPr>
        </p:nvSpPr>
        <p:spPr>
          <a:xfrm>
            <a:off x="4647606" y="2396357"/>
            <a:ext cx="1243500" cy="1243500"/>
          </a:xfrm>
          <a:prstGeom prst="ellipse">
            <a:avLst/>
          </a:prstGeom>
          <a:noFill/>
          <a:ln>
            <a:noFill/>
          </a:ln>
        </p:spPr>
      </p:sp>
      <p:sp>
        <p:nvSpPr>
          <p:cNvPr id="132" name="Google Shape;132;p19"/>
          <p:cNvSpPr/>
          <p:nvPr>
            <p:ph idx="6" type="pic"/>
          </p:nvPr>
        </p:nvSpPr>
        <p:spPr>
          <a:xfrm>
            <a:off x="6037732" y="2396357"/>
            <a:ext cx="1243500" cy="1243500"/>
          </a:xfrm>
          <a:prstGeom prst="ellipse">
            <a:avLst/>
          </a:prstGeom>
          <a:noFill/>
          <a:ln>
            <a:noFill/>
          </a:ln>
        </p:spPr>
      </p:sp>
      <p:sp>
        <p:nvSpPr>
          <p:cNvPr id="133" name="Google Shape;133;p19"/>
          <p:cNvSpPr/>
          <p:nvPr>
            <p:ph idx="7" type="pic"/>
          </p:nvPr>
        </p:nvSpPr>
        <p:spPr>
          <a:xfrm>
            <a:off x="7427857" y="2396357"/>
            <a:ext cx="1243500" cy="1243500"/>
          </a:xfrm>
          <a:prstGeom prst="ellipse">
            <a:avLst/>
          </a:prstGeom>
          <a:noFill/>
          <a:ln>
            <a:noFill/>
          </a:ln>
        </p:spPr>
      </p:sp>
      <p:sp>
        <p:nvSpPr>
          <p:cNvPr id="134" name="Google Shape;134;p19"/>
          <p:cNvSpPr txBox="1"/>
          <p:nvPr>
            <p:ph idx="1" type="body"/>
          </p:nvPr>
        </p:nvSpPr>
        <p:spPr>
          <a:xfrm>
            <a:off x="47520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5" name="Google Shape;135;p19"/>
          <p:cNvSpPr txBox="1"/>
          <p:nvPr>
            <p:ph idx="8" type="body"/>
          </p:nvPr>
        </p:nvSpPr>
        <p:spPr>
          <a:xfrm>
            <a:off x="186573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800"/>
              </a:spcBef>
              <a:spcAft>
                <a:spcPts val="80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6" name="Google Shape;136;p19"/>
          <p:cNvSpPr txBox="1"/>
          <p:nvPr>
            <p:ph idx="9" type="body"/>
          </p:nvPr>
        </p:nvSpPr>
        <p:spPr>
          <a:xfrm>
            <a:off x="325626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7" name="Google Shape;137;p19"/>
          <p:cNvSpPr txBox="1"/>
          <p:nvPr>
            <p:ph idx="13" type="body"/>
          </p:nvPr>
        </p:nvSpPr>
        <p:spPr>
          <a:xfrm>
            <a:off x="464679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8" name="Google Shape;138;p19"/>
          <p:cNvSpPr txBox="1"/>
          <p:nvPr>
            <p:ph idx="14" type="body"/>
          </p:nvPr>
        </p:nvSpPr>
        <p:spPr>
          <a:xfrm>
            <a:off x="603732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9" name="Google Shape;139;p19"/>
          <p:cNvSpPr txBox="1"/>
          <p:nvPr>
            <p:ph idx="15" type="body"/>
          </p:nvPr>
        </p:nvSpPr>
        <p:spPr>
          <a:xfrm>
            <a:off x="742785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0" name="Google Shape;140;p19"/>
          <p:cNvSpPr txBox="1"/>
          <p:nvPr>
            <p:ph idx="1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41" name="Google Shape;141;p19"/>
          <p:cNvSpPr txBox="1"/>
          <p:nvPr>
            <p:ph idx="1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2">
  <p:cSld name="BLANK_1_1_1_1_1_1_1_1_1_1_1_2_1_1_1">
    <p:bg>
      <p:bgPr>
        <a:solidFill>
          <a:schemeClr val="lt2"/>
        </a:solidFill>
      </p:bgPr>
    </p:bg>
    <p:spTree>
      <p:nvGrpSpPr>
        <p:cNvPr id="142" name="Shape 142"/>
        <p:cNvGrpSpPr/>
        <p:nvPr/>
      </p:nvGrpSpPr>
      <p:grpSpPr>
        <a:xfrm>
          <a:off x="0" y="0"/>
          <a:ext cx="0" cy="0"/>
          <a:chOff x="0" y="0"/>
          <a:chExt cx="0" cy="0"/>
        </a:xfrm>
      </p:grpSpPr>
      <p:sp>
        <p:nvSpPr>
          <p:cNvPr id="143" name="Google Shape;143;p20"/>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4" name="Google Shape;144;p2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0"/>
          <p:cNvSpPr txBox="1"/>
          <p:nvPr>
            <p:ph idx="1" type="body"/>
          </p:nvPr>
        </p:nvSpPr>
        <p:spPr>
          <a:xfrm>
            <a:off x="28201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6" name="Google Shape;146;p20"/>
          <p:cNvSpPr txBox="1"/>
          <p:nvPr>
            <p:ph idx="2" type="body"/>
          </p:nvPr>
        </p:nvSpPr>
        <p:spPr>
          <a:xfrm>
            <a:off x="1735443" y="2832891"/>
            <a:ext cx="1307700" cy="543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7" name="Google Shape;147;p20"/>
          <p:cNvSpPr txBox="1"/>
          <p:nvPr>
            <p:ph idx="3" type="body"/>
          </p:nvPr>
        </p:nvSpPr>
        <p:spPr>
          <a:xfrm>
            <a:off x="318887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8" name="Google Shape;148;p20"/>
          <p:cNvSpPr txBox="1"/>
          <p:nvPr>
            <p:ph idx="4" type="body"/>
          </p:nvPr>
        </p:nvSpPr>
        <p:spPr>
          <a:xfrm>
            <a:off x="464229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9" name="Google Shape;149;p20"/>
          <p:cNvSpPr txBox="1"/>
          <p:nvPr>
            <p:ph idx="5" type="body"/>
          </p:nvPr>
        </p:nvSpPr>
        <p:spPr>
          <a:xfrm>
            <a:off x="6095723"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50" name="Google Shape;150;p20"/>
          <p:cNvSpPr txBox="1"/>
          <p:nvPr>
            <p:ph idx="6" type="body"/>
          </p:nvPr>
        </p:nvSpPr>
        <p:spPr>
          <a:xfrm>
            <a:off x="754915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51" name="Google Shape;151;p20"/>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2" name="Google Shape;152;p20"/>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3" name="Google Shape;153;p20"/>
          <p:cNvSpPr/>
          <p:nvPr>
            <p:ph idx="9" type="pic"/>
          </p:nvPr>
        </p:nvSpPr>
        <p:spPr>
          <a:xfrm>
            <a:off x="282017" y="1446074"/>
            <a:ext cx="1307700" cy="1307700"/>
          </a:xfrm>
          <a:prstGeom prst="roundRect">
            <a:avLst>
              <a:gd fmla="val 16667" name="adj"/>
            </a:avLst>
          </a:prstGeom>
          <a:noFill/>
          <a:ln>
            <a:noFill/>
          </a:ln>
        </p:spPr>
      </p:sp>
      <p:sp>
        <p:nvSpPr>
          <p:cNvPr id="154" name="Google Shape;154;p20"/>
          <p:cNvSpPr/>
          <p:nvPr>
            <p:ph idx="13" type="pic"/>
          </p:nvPr>
        </p:nvSpPr>
        <p:spPr>
          <a:xfrm>
            <a:off x="1735443" y="1446074"/>
            <a:ext cx="1307700" cy="1307700"/>
          </a:xfrm>
          <a:prstGeom prst="roundRect">
            <a:avLst>
              <a:gd fmla="val 16667" name="adj"/>
            </a:avLst>
          </a:prstGeom>
          <a:noFill/>
          <a:ln>
            <a:noFill/>
          </a:ln>
        </p:spPr>
      </p:sp>
      <p:sp>
        <p:nvSpPr>
          <p:cNvPr id="155" name="Google Shape;155;p20"/>
          <p:cNvSpPr/>
          <p:nvPr>
            <p:ph idx="14" type="pic"/>
          </p:nvPr>
        </p:nvSpPr>
        <p:spPr>
          <a:xfrm>
            <a:off x="3188870" y="1446074"/>
            <a:ext cx="1307700" cy="1307700"/>
          </a:xfrm>
          <a:prstGeom prst="roundRect">
            <a:avLst>
              <a:gd fmla="val 16667" name="adj"/>
            </a:avLst>
          </a:prstGeom>
          <a:noFill/>
          <a:ln>
            <a:noFill/>
          </a:ln>
        </p:spPr>
      </p:sp>
      <p:sp>
        <p:nvSpPr>
          <p:cNvPr id="156" name="Google Shape;156;p20"/>
          <p:cNvSpPr/>
          <p:nvPr>
            <p:ph idx="15" type="pic"/>
          </p:nvPr>
        </p:nvSpPr>
        <p:spPr>
          <a:xfrm>
            <a:off x="4642297" y="1446074"/>
            <a:ext cx="1307700" cy="1307700"/>
          </a:xfrm>
          <a:prstGeom prst="roundRect">
            <a:avLst>
              <a:gd fmla="val 16667" name="adj"/>
            </a:avLst>
          </a:prstGeom>
          <a:noFill/>
          <a:ln>
            <a:noFill/>
          </a:ln>
        </p:spPr>
      </p:sp>
      <p:sp>
        <p:nvSpPr>
          <p:cNvPr id="157" name="Google Shape;157;p20"/>
          <p:cNvSpPr/>
          <p:nvPr>
            <p:ph idx="16" type="pic"/>
          </p:nvPr>
        </p:nvSpPr>
        <p:spPr>
          <a:xfrm>
            <a:off x="6095723" y="1446074"/>
            <a:ext cx="1307700" cy="1307700"/>
          </a:xfrm>
          <a:prstGeom prst="roundRect">
            <a:avLst>
              <a:gd fmla="val 16667" name="adj"/>
            </a:avLst>
          </a:prstGeom>
          <a:noFill/>
          <a:ln>
            <a:noFill/>
          </a:ln>
        </p:spPr>
      </p:sp>
      <p:sp>
        <p:nvSpPr>
          <p:cNvPr id="158" name="Google Shape;158;p20"/>
          <p:cNvSpPr/>
          <p:nvPr>
            <p:ph idx="17" type="pic"/>
          </p:nvPr>
        </p:nvSpPr>
        <p:spPr>
          <a:xfrm>
            <a:off x="7549150" y="1446074"/>
            <a:ext cx="1307700" cy="1307700"/>
          </a:xfrm>
          <a:prstGeom prst="roundRect">
            <a:avLst>
              <a:gd fmla="val 16667" name="adj"/>
            </a:avLst>
          </a:prstGeom>
          <a:noFill/>
          <a:ln>
            <a:noFill/>
          </a:ln>
        </p:spPr>
      </p:sp>
      <p:sp>
        <p:nvSpPr>
          <p:cNvPr id="159" name="Google Shape;159;p20"/>
          <p:cNvSpPr txBox="1"/>
          <p:nvPr>
            <p:ph idx="18" type="body"/>
          </p:nvPr>
        </p:nvSpPr>
        <p:spPr>
          <a:xfrm>
            <a:off x="27929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0" name="Google Shape;160;p20"/>
          <p:cNvSpPr txBox="1"/>
          <p:nvPr>
            <p:ph idx="19" type="body"/>
          </p:nvPr>
        </p:nvSpPr>
        <p:spPr>
          <a:xfrm>
            <a:off x="173271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1" name="Google Shape;161;p20"/>
          <p:cNvSpPr txBox="1"/>
          <p:nvPr>
            <p:ph idx="20" type="body"/>
          </p:nvPr>
        </p:nvSpPr>
        <p:spPr>
          <a:xfrm>
            <a:off x="318614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2" name="Google Shape;162;p20"/>
          <p:cNvSpPr txBox="1"/>
          <p:nvPr>
            <p:ph idx="21" type="body"/>
          </p:nvPr>
        </p:nvSpPr>
        <p:spPr>
          <a:xfrm>
            <a:off x="463957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3" name="Google Shape;163;p20"/>
          <p:cNvSpPr txBox="1"/>
          <p:nvPr>
            <p:ph idx="22" type="body"/>
          </p:nvPr>
        </p:nvSpPr>
        <p:spPr>
          <a:xfrm>
            <a:off x="609299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4" name="Google Shape;164;p20"/>
          <p:cNvSpPr txBox="1"/>
          <p:nvPr>
            <p:ph idx="23" type="body"/>
          </p:nvPr>
        </p:nvSpPr>
        <p:spPr>
          <a:xfrm>
            <a:off x="754642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1">
  <p:cSld name="CUSTOM_4_1">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21"/>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7" name="Google Shape;167;p21"/>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8" name="Google Shape;168;p21"/>
          <p:cNvSpPr txBox="1"/>
          <p:nvPr>
            <p:ph idx="3" type="body"/>
          </p:nvPr>
        </p:nvSpPr>
        <p:spPr>
          <a:xfrm>
            <a:off x="360300" y="2181900"/>
            <a:ext cx="8496600" cy="2486700"/>
          </a:xfrm>
          <a:prstGeom prst="rect">
            <a:avLst/>
          </a:prstGeom>
        </p:spPr>
        <p:txBody>
          <a:bodyPr anchorCtr="0" anchor="b" bIns="0" lIns="0" spcFirstLastPara="1" rIns="0" wrap="square" tIns="0">
            <a:noAutofit/>
          </a:bodyPr>
          <a:lstStyle>
            <a:lvl1pPr indent="-228600" lvl="0" marL="457200">
              <a:lnSpc>
                <a:spcPct val="85000"/>
              </a:lnSpc>
              <a:spcBef>
                <a:spcPts val="0"/>
              </a:spcBef>
              <a:spcAft>
                <a:spcPts val="0"/>
              </a:spcAft>
              <a:buNone/>
              <a:defRPr sz="3600"/>
            </a:lvl1pPr>
            <a:lvl2pPr indent="-228600" lvl="1" marL="914400">
              <a:lnSpc>
                <a:spcPct val="85000"/>
              </a:lnSpc>
              <a:spcBef>
                <a:spcPts val="0"/>
              </a:spcBef>
              <a:spcAft>
                <a:spcPts val="0"/>
              </a:spcAft>
              <a:buNone/>
              <a:defRPr sz="3600"/>
            </a:lvl2pPr>
            <a:lvl3pPr indent="-228600" lvl="2" marL="1371600">
              <a:lnSpc>
                <a:spcPct val="85000"/>
              </a:lnSpc>
              <a:spcBef>
                <a:spcPts val="0"/>
              </a:spcBef>
              <a:spcAft>
                <a:spcPts val="0"/>
              </a:spcAft>
              <a:buNone/>
              <a:defRPr sz="3600"/>
            </a:lvl3pPr>
            <a:lvl4pPr indent="-228600" lvl="3" marL="1828800">
              <a:lnSpc>
                <a:spcPct val="85000"/>
              </a:lnSpc>
              <a:spcBef>
                <a:spcPts val="0"/>
              </a:spcBef>
              <a:spcAft>
                <a:spcPts val="0"/>
              </a:spcAft>
              <a:buNone/>
              <a:defRPr sz="3600"/>
            </a:lvl4pPr>
            <a:lvl5pPr indent="-228600" lvl="4" marL="2286000">
              <a:lnSpc>
                <a:spcPct val="85000"/>
              </a:lnSpc>
              <a:spcBef>
                <a:spcPts val="0"/>
              </a:spcBef>
              <a:spcAft>
                <a:spcPts val="0"/>
              </a:spcAft>
              <a:buNone/>
              <a:defRPr sz="3600"/>
            </a:lvl5pPr>
            <a:lvl6pPr indent="-228600" lvl="5" marL="2743200">
              <a:lnSpc>
                <a:spcPct val="85000"/>
              </a:lnSpc>
              <a:spcBef>
                <a:spcPts val="0"/>
              </a:spcBef>
              <a:spcAft>
                <a:spcPts val="0"/>
              </a:spcAft>
              <a:buNone/>
              <a:defRPr sz="3600"/>
            </a:lvl6pPr>
            <a:lvl7pPr indent="-228600" lvl="6" marL="3200400">
              <a:lnSpc>
                <a:spcPct val="85000"/>
              </a:lnSpc>
              <a:spcBef>
                <a:spcPts val="0"/>
              </a:spcBef>
              <a:spcAft>
                <a:spcPts val="0"/>
              </a:spcAft>
              <a:buNone/>
              <a:defRPr sz="3600"/>
            </a:lvl7pPr>
            <a:lvl8pPr indent="-228600" lvl="7" marL="3657600">
              <a:lnSpc>
                <a:spcPct val="85000"/>
              </a:lnSpc>
              <a:spcBef>
                <a:spcPts val="0"/>
              </a:spcBef>
              <a:spcAft>
                <a:spcPts val="0"/>
              </a:spcAft>
              <a:buNone/>
              <a:defRPr sz="3600"/>
            </a:lvl8pPr>
            <a:lvl9pPr indent="-228600" lvl="8" marL="4114800">
              <a:lnSpc>
                <a:spcPct val="85000"/>
              </a:lnSpc>
              <a:spcBef>
                <a:spcPts val="0"/>
              </a:spcBef>
              <a:spcAft>
                <a:spcPts val="0"/>
              </a:spcAft>
              <a:buNone/>
              <a:defRPr sz="3600"/>
            </a:lvl9pPr>
          </a:lstStyle>
          <a:p/>
        </p:txBody>
      </p:sp>
      <p:sp>
        <p:nvSpPr>
          <p:cNvPr id="169" name="Google Shape;169;p2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2">
    <p:bg>
      <p:bgPr>
        <a:blipFill>
          <a:blip r:embed="rId2">
            <a:alphaModFix/>
          </a:blip>
          <a:stretch>
            <a:fillRect/>
          </a:stretch>
        </a:blipFill>
      </p:bgPr>
    </p:bg>
    <p:spTree>
      <p:nvGrpSpPr>
        <p:cNvPr id="170" name="Shape 170"/>
        <p:cNvGrpSpPr/>
        <p:nvPr/>
      </p:nvGrpSpPr>
      <p:grpSpPr>
        <a:xfrm>
          <a:off x="0" y="0"/>
          <a:ext cx="0" cy="0"/>
          <a:chOff x="0" y="0"/>
          <a:chExt cx="0" cy="0"/>
        </a:xfrm>
      </p:grpSpPr>
      <p:sp>
        <p:nvSpPr>
          <p:cNvPr id="171" name="Google Shape;171;p22"/>
          <p:cNvSpPr txBox="1"/>
          <p:nvPr>
            <p:ph type="title"/>
          </p:nvPr>
        </p:nvSpPr>
        <p:spPr>
          <a:xfrm>
            <a:off x="284700" y="474750"/>
            <a:ext cx="4227300" cy="965400"/>
          </a:xfrm>
          <a:prstGeom prst="rect">
            <a:avLst/>
          </a:prstGeom>
        </p:spPr>
        <p:txBody>
          <a:bodyPr anchorCtr="0" anchor="b" bIns="0" lIns="0" spcFirstLastPara="1" rIns="91425"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2" name="Google Shape;172;p22"/>
          <p:cNvSpPr/>
          <p:nvPr>
            <p:ph idx="2" type="pic"/>
          </p:nvPr>
        </p:nvSpPr>
        <p:spPr>
          <a:xfrm>
            <a:off x="4629600" y="474750"/>
            <a:ext cx="4227300" cy="4194000"/>
          </a:xfrm>
          <a:prstGeom prst="roundRect">
            <a:avLst>
              <a:gd fmla="val 5294" name="adj"/>
            </a:avLst>
          </a:prstGeom>
          <a:noFill/>
          <a:ln>
            <a:noFill/>
          </a:ln>
        </p:spPr>
      </p:sp>
      <p:sp>
        <p:nvSpPr>
          <p:cNvPr id="173" name="Google Shape;173;p22"/>
          <p:cNvSpPr txBox="1"/>
          <p:nvPr>
            <p:ph idx="1" type="body"/>
          </p:nvPr>
        </p:nvSpPr>
        <p:spPr>
          <a:xfrm>
            <a:off x="284700" y="3065325"/>
            <a:ext cx="2772600" cy="1603200"/>
          </a:xfrm>
          <a:prstGeom prst="rect">
            <a:avLst/>
          </a:prstGeom>
        </p:spPr>
        <p:txBody>
          <a:bodyPr anchorCtr="0" anchor="b" bIns="0" lIns="0" spcFirstLastPara="1" rIns="0" wrap="square" tIns="0">
            <a:noAutofit/>
          </a:bodyPr>
          <a:lstStyle>
            <a:lvl1pPr indent="-304800" lvl="0" marL="457200">
              <a:spcBef>
                <a:spcPts val="0"/>
              </a:spcBef>
              <a:spcAft>
                <a:spcPts val="0"/>
              </a:spcAft>
              <a:buClr>
                <a:schemeClr val="lt1"/>
              </a:buClr>
              <a:buSzPts val="1200"/>
              <a:buChar char="●"/>
              <a:defRPr sz="1200"/>
            </a:lvl1pPr>
            <a:lvl2pPr indent="-304800" lvl="1" marL="914400">
              <a:spcBef>
                <a:spcPts val="800"/>
              </a:spcBef>
              <a:spcAft>
                <a:spcPts val="0"/>
              </a:spcAft>
              <a:buClr>
                <a:schemeClr val="lt1"/>
              </a:buClr>
              <a:buSzPts val="1200"/>
              <a:buChar char="○"/>
              <a:defRPr sz="1200"/>
            </a:lvl2pPr>
            <a:lvl3pPr indent="-304800" lvl="2" marL="1371600">
              <a:spcBef>
                <a:spcPts val="800"/>
              </a:spcBef>
              <a:spcAft>
                <a:spcPts val="0"/>
              </a:spcAft>
              <a:buClr>
                <a:schemeClr val="lt1"/>
              </a:buClr>
              <a:buSzPts val="1200"/>
              <a:buChar char="■"/>
              <a:defRPr sz="1200"/>
            </a:lvl3pPr>
            <a:lvl4pPr indent="-304800" lvl="3" marL="1828800">
              <a:spcBef>
                <a:spcPts val="800"/>
              </a:spcBef>
              <a:spcAft>
                <a:spcPts val="0"/>
              </a:spcAft>
              <a:buClr>
                <a:schemeClr val="lt1"/>
              </a:buClr>
              <a:buSzPts val="1200"/>
              <a:buChar char="●"/>
              <a:defRPr sz="1200"/>
            </a:lvl4pPr>
            <a:lvl5pPr indent="-304800" lvl="4" marL="2286000">
              <a:spcBef>
                <a:spcPts val="800"/>
              </a:spcBef>
              <a:spcAft>
                <a:spcPts val="0"/>
              </a:spcAft>
              <a:buClr>
                <a:schemeClr val="lt1"/>
              </a:buClr>
              <a:buSzPts val="1200"/>
              <a:buChar char="○"/>
              <a:defRPr sz="1200"/>
            </a:lvl5pPr>
            <a:lvl6pPr indent="-304800" lvl="5" marL="2743200">
              <a:spcBef>
                <a:spcPts val="800"/>
              </a:spcBef>
              <a:spcAft>
                <a:spcPts val="0"/>
              </a:spcAft>
              <a:buClr>
                <a:schemeClr val="lt1"/>
              </a:buClr>
              <a:buSzPts val="1200"/>
              <a:buChar char="■"/>
              <a:defRPr sz="1200"/>
            </a:lvl6pPr>
            <a:lvl7pPr indent="-304800" lvl="6" marL="3200400">
              <a:spcBef>
                <a:spcPts val="800"/>
              </a:spcBef>
              <a:spcAft>
                <a:spcPts val="0"/>
              </a:spcAft>
              <a:buClr>
                <a:schemeClr val="lt1"/>
              </a:buClr>
              <a:buSzPts val="1200"/>
              <a:buChar char="●"/>
              <a:defRPr sz="1200"/>
            </a:lvl7pPr>
            <a:lvl8pPr indent="-304800" lvl="7" marL="3657600">
              <a:spcBef>
                <a:spcPts val="800"/>
              </a:spcBef>
              <a:spcAft>
                <a:spcPts val="0"/>
              </a:spcAft>
              <a:buClr>
                <a:schemeClr val="lt1"/>
              </a:buClr>
              <a:buSzPts val="1200"/>
              <a:buChar char="○"/>
              <a:defRPr sz="1200"/>
            </a:lvl8pPr>
            <a:lvl9pPr indent="-304800" lvl="8" marL="4114800">
              <a:spcBef>
                <a:spcPts val="800"/>
              </a:spcBef>
              <a:spcAft>
                <a:spcPts val="800"/>
              </a:spcAft>
              <a:buClr>
                <a:schemeClr val="lt1"/>
              </a:buClr>
              <a:buSzPts val="1200"/>
              <a:buChar char="■"/>
              <a:defRPr sz="1200"/>
            </a:lvl9pPr>
          </a:lstStyle>
          <a:p/>
        </p:txBody>
      </p:sp>
      <p:sp>
        <p:nvSpPr>
          <p:cNvPr id="174" name="Google Shape;174;p22"/>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5" name="Google Shape;175;p22"/>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6" name="Google Shape;176;p2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2_3_1">
    <p:bg>
      <p:bgPr>
        <a:blipFill>
          <a:blip r:embed="rId2">
            <a:alphaModFix/>
          </a:blip>
          <a:stretch>
            <a:fillRect/>
          </a:stretch>
        </a:blipFill>
      </p:bgPr>
    </p:bg>
    <p:spTree>
      <p:nvGrpSpPr>
        <p:cNvPr id="177" name="Shape 177"/>
        <p:cNvGrpSpPr/>
        <p:nvPr/>
      </p:nvGrpSpPr>
      <p:grpSpPr>
        <a:xfrm>
          <a:off x="0" y="0"/>
          <a:ext cx="0" cy="0"/>
          <a:chOff x="0" y="0"/>
          <a:chExt cx="0" cy="0"/>
        </a:xfrm>
      </p:grpSpPr>
      <p:sp>
        <p:nvSpPr>
          <p:cNvPr id="178" name="Google Shape;178;p23"/>
          <p:cNvSpPr/>
          <p:nvPr>
            <p:ph idx="2" type="pic"/>
          </p:nvPr>
        </p:nvSpPr>
        <p:spPr>
          <a:xfrm>
            <a:off x="4629600" y="474750"/>
            <a:ext cx="4227300" cy="4194000"/>
          </a:xfrm>
          <a:prstGeom prst="roundRect">
            <a:avLst>
              <a:gd fmla="val 10510" name="adj"/>
            </a:avLst>
          </a:prstGeom>
          <a:noFill/>
          <a:ln>
            <a:noFill/>
          </a:ln>
        </p:spPr>
      </p:sp>
      <p:sp>
        <p:nvSpPr>
          <p:cNvPr id="179" name="Google Shape;179;p23"/>
          <p:cNvSpPr txBox="1"/>
          <p:nvPr>
            <p:ph idx="1"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0" name="Google Shape;180;p23"/>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1" name="Google Shape;181;p23"/>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2" name="Google Shape;182;p2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23"/>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3">
  <p:cSld name="BLANK_1_1_1_2_3_1_1">
    <p:spTree>
      <p:nvGrpSpPr>
        <p:cNvPr id="184" name="Shape 184"/>
        <p:cNvGrpSpPr/>
        <p:nvPr/>
      </p:nvGrpSpPr>
      <p:grpSpPr>
        <a:xfrm>
          <a:off x="0" y="0"/>
          <a:ext cx="0" cy="0"/>
          <a:chOff x="0" y="0"/>
          <a:chExt cx="0" cy="0"/>
        </a:xfrm>
      </p:grpSpPr>
      <p:sp>
        <p:nvSpPr>
          <p:cNvPr id="185" name="Google Shape;185;p24"/>
          <p:cNvSpPr/>
          <p:nvPr>
            <p:ph idx="2" type="pic"/>
          </p:nvPr>
        </p:nvSpPr>
        <p:spPr>
          <a:xfrm>
            <a:off x="4629600" y="474750"/>
            <a:ext cx="4227300" cy="4194000"/>
          </a:xfrm>
          <a:prstGeom prst="roundRect">
            <a:avLst>
              <a:gd fmla="val 10640" name="adj"/>
            </a:avLst>
          </a:prstGeom>
          <a:noFill/>
          <a:ln>
            <a:noFill/>
          </a:ln>
        </p:spPr>
      </p:sp>
      <p:sp>
        <p:nvSpPr>
          <p:cNvPr id="186" name="Google Shape;186;p24"/>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7" name="Google Shape;187;p24"/>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8" name="Google Shape;188;p2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4"/>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90" name="Google Shape;190;p24"/>
          <p:cNvSpPr txBox="1"/>
          <p:nvPr>
            <p:ph idx="4"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4">
  <p:cSld name="BLANK_1_1_1_2_2">
    <p:bg>
      <p:bgPr>
        <a:blipFill>
          <a:blip r:embed="rId2">
            <a:alphaModFix/>
          </a:blip>
          <a:stretch>
            <a:fillRect/>
          </a:stretch>
        </a:blipFill>
      </p:bgPr>
    </p:bg>
    <p:spTree>
      <p:nvGrpSpPr>
        <p:cNvPr id="191" name="Shape 191"/>
        <p:cNvGrpSpPr/>
        <p:nvPr/>
      </p:nvGrpSpPr>
      <p:grpSpPr>
        <a:xfrm>
          <a:off x="0" y="0"/>
          <a:ext cx="0" cy="0"/>
          <a:chOff x="0" y="0"/>
          <a:chExt cx="0" cy="0"/>
        </a:xfrm>
      </p:grpSpPr>
      <p:sp>
        <p:nvSpPr>
          <p:cNvPr id="192" name="Google Shape;192;p25"/>
          <p:cNvSpPr/>
          <p:nvPr/>
        </p:nvSpPr>
        <p:spPr>
          <a:xfrm>
            <a:off x="284700" y="2630400"/>
            <a:ext cx="8572200" cy="20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93" name="Google Shape;193;p25"/>
          <p:cNvSpPr/>
          <p:nvPr/>
        </p:nvSpPr>
        <p:spPr>
          <a:xfrm>
            <a:off x="463993" y="2779498"/>
            <a:ext cx="1783200" cy="1783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94" name="Google Shape;194;p25"/>
          <p:cNvSpPr/>
          <p:nvPr>
            <p:ph idx="2" type="pic"/>
          </p:nvPr>
        </p:nvSpPr>
        <p:spPr>
          <a:xfrm>
            <a:off x="446675" y="2758375"/>
            <a:ext cx="1783200" cy="1783200"/>
          </a:xfrm>
          <a:prstGeom prst="ellipse">
            <a:avLst/>
          </a:prstGeom>
          <a:noFill/>
          <a:ln>
            <a:noFill/>
          </a:ln>
        </p:spPr>
      </p:sp>
      <p:sp>
        <p:nvSpPr>
          <p:cNvPr id="195" name="Google Shape;195;p2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a:buNone/>
              <a:defRPr sz="1000">
                <a:solidFill>
                  <a:schemeClr val="accent5"/>
                </a:solidFill>
              </a:defRPr>
            </a:lvl2pPr>
            <a:lvl3pPr lvl="2">
              <a:spcBef>
                <a:spcPts val="0"/>
              </a:spcBef>
              <a:spcAft>
                <a:spcPts val="0"/>
              </a:spcAft>
              <a:buClr>
                <a:schemeClr val="accent5"/>
              </a:buClr>
              <a:buSzPts val="1000"/>
              <a:buFont typeface="Instrument Sans"/>
              <a:buNone/>
              <a:defRPr sz="1000">
                <a:solidFill>
                  <a:schemeClr val="accent5"/>
                </a:solidFill>
              </a:defRPr>
            </a:lvl3pPr>
            <a:lvl4pPr lvl="3">
              <a:spcBef>
                <a:spcPts val="0"/>
              </a:spcBef>
              <a:spcAft>
                <a:spcPts val="0"/>
              </a:spcAft>
              <a:buClr>
                <a:schemeClr val="accent5"/>
              </a:buClr>
              <a:buSzPts val="1000"/>
              <a:buFont typeface="Instrument Sans"/>
              <a:buNone/>
              <a:defRPr sz="1000">
                <a:solidFill>
                  <a:schemeClr val="accent5"/>
                </a:solidFill>
              </a:defRPr>
            </a:lvl4pPr>
            <a:lvl5pPr lvl="4">
              <a:spcBef>
                <a:spcPts val="0"/>
              </a:spcBef>
              <a:spcAft>
                <a:spcPts val="0"/>
              </a:spcAft>
              <a:buClr>
                <a:schemeClr val="accent5"/>
              </a:buClr>
              <a:buSzPts val="1000"/>
              <a:buFont typeface="Instrument Sans"/>
              <a:buNone/>
              <a:defRPr sz="1000">
                <a:solidFill>
                  <a:schemeClr val="accent5"/>
                </a:solidFill>
              </a:defRPr>
            </a:lvl5pPr>
            <a:lvl6pPr lvl="5">
              <a:spcBef>
                <a:spcPts val="0"/>
              </a:spcBef>
              <a:spcAft>
                <a:spcPts val="0"/>
              </a:spcAft>
              <a:buClr>
                <a:schemeClr val="accent5"/>
              </a:buClr>
              <a:buSzPts val="1000"/>
              <a:buFont typeface="Instrument Sans"/>
              <a:buNone/>
              <a:defRPr sz="1000">
                <a:solidFill>
                  <a:schemeClr val="accent5"/>
                </a:solidFill>
              </a:defRPr>
            </a:lvl6pPr>
            <a:lvl7pPr lvl="6">
              <a:spcBef>
                <a:spcPts val="0"/>
              </a:spcBef>
              <a:spcAft>
                <a:spcPts val="0"/>
              </a:spcAft>
              <a:buClr>
                <a:schemeClr val="accent5"/>
              </a:buClr>
              <a:buSzPts val="1000"/>
              <a:buFont typeface="Instrument Sans"/>
              <a:buNone/>
              <a:defRPr sz="1000">
                <a:solidFill>
                  <a:schemeClr val="accent5"/>
                </a:solidFill>
              </a:defRPr>
            </a:lvl7pPr>
            <a:lvl8pPr lvl="7">
              <a:spcBef>
                <a:spcPts val="0"/>
              </a:spcBef>
              <a:spcAft>
                <a:spcPts val="0"/>
              </a:spcAft>
              <a:buClr>
                <a:schemeClr val="accent5"/>
              </a:buClr>
              <a:buSzPts val="1000"/>
              <a:buFont typeface="Instrument Sans"/>
              <a:buNone/>
              <a:defRPr sz="1000">
                <a:solidFill>
                  <a:schemeClr val="accent5"/>
                </a:solidFill>
              </a:defRPr>
            </a:lvl8pPr>
            <a:lvl9pPr lvl="8">
              <a:spcBef>
                <a:spcPts val="0"/>
              </a:spcBef>
              <a:spcAft>
                <a:spcPts val="0"/>
              </a:spcAft>
              <a:buClr>
                <a:schemeClr val="accent5"/>
              </a:buClr>
              <a:buSzPts val="1000"/>
              <a:buFont typeface="Instrument Sans"/>
              <a:buNone/>
              <a:defRPr sz="1000">
                <a:solidFill>
                  <a:schemeClr val="accent5"/>
                </a:solidFill>
              </a:defRPr>
            </a:lvl9pPr>
          </a:lstStyle>
          <a:p/>
        </p:txBody>
      </p:sp>
      <p:sp>
        <p:nvSpPr>
          <p:cNvPr id="196" name="Google Shape;196;p25"/>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a:buNone/>
              <a:defRPr sz="1000">
                <a:solidFill>
                  <a:schemeClr val="accent5"/>
                </a:solidFill>
              </a:defRPr>
            </a:lvl2pPr>
            <a:lvl3pPr lvl="2" algn="r">
              <a:spcBef>
                <a:spcPts val="0"/>
              </a:spcBef>
              <a:spcAft>
                <a:spcPts val="0"/>
              </a:spcAft>
              <a:buClr>
                <a:schemeClr val="accent5"/>
              </a:buClr>
              <a:buSzPts val="1000"/>
              <a:buFont typeface="Instrument Sans"/>
              <a:buNone/>
              <a:defRPr sz="1000">
                <a:solidFill>
                  <a:schemeClr val="accent5"/>
                </a:solidFill>
              </a:defRPr>
            </a:lvl3pPr>
            <a:lvl4pPr lvl="3" algn="r">
              <a:spcBef>
                <a:spcPts val="0"/>
              </a:spcBef>
              <a:spcAft>
                <a:spcPts val="0"/>
              </a:spcAft>
              <a:buClr>
                <a:schemeClr val="accent5"/>
              </a:buClr>
              <a:buSzPts val="1000"/>
              <a:buFont typeface="Instrument Sans"/>
              <a:buNone/>
              <a:defRPr sz="1000">
                <a:solidFill>
                  <a:schemeClr val="accent5"/>
                </a:solidFill>
              </a:defRPr>
            </a:lvl4pPr>
            <a:lvl5pPr lvl="4" algn="r">
              <a:spcBef>
                <a:spcPts val="0"/>
              </a:spcBef>
              <a:spcAft>
                <a:spcPts val="0"/>
              </a:spcAft>
              <a:buClr>
                <a:schemeClr val="accent5"/>
              </a:buClr>
              <a:buSzPts val="1000"/>
              <a:buFont typeface="Instrument Sans"/>
              <a:buNone/>
              <a:defRPr sz="1000">
                <a:solidFill>
                  <a:schemeClr val="accent5"/>
                </a:solidFill>
              </a:defRPr>
            </a:lvl5pPr>
            <a:lvl6pPr lvl="5" algn="r">
              <a:spcBef>
                <a:spcPts val="0"/>
              </a:spcBef>
              <a:spcAft>
                <a:spcPts val="0"/>
              </a:spcAft>
              <a:buClr>
                <a:schemeClr val="accent5"/>
              </a:buClr>
              <a:buSzPts val="1000"/>
              <a:buFont typeface="Instrument Sans"/>
              <a:buNone/>
              <a:defRPr sz="1000">
                <a:solidFill>
                  <a:schemeClr val="accent5"/>
                </a:solidFill>
              </a:defRPr>
            </a:lvl6pPr>
            <a:lvl7pPr lvl="6" algn="r">
              <a:spcBef>
                <a:spcPts val="0"/>
              </a:spcBef>
              <a:spcAft>
                <a:spcPts val="0"/>
              </a:spcAft>
              <a:buClr>
                <a:schemeClr val="accent5"/>
              </a:buClr>
              <a:buSzPts val="1000"/>
              <a:buFont typeface="Instrument Sans"/>
              <a:buNone/>
              <a:defRPr sz="1000">
                <a:solidFill>
                  <a:schemeClr val="accent5"/>
                </a:solidFill>
              </a:defRPr>
            </a:lvl7pPr>
            <a:lvl8pPr lvl="7" algn="r">
              <a:spcBef>
                <a:spcPts val="0"/>
              </a:spcBef>
              <a:spcAft>
                <a:spcPts val="0"/>
              </a:spcAft>
              <a:buClr>
                <a:schemeClr val="accent5"/>
              </a:buClr>
              <a:buSzPts val="1000"/>
              <a:buFont typeface="Instrument Sans"/>
              <a:buNone/>
              <a:defRPr sz="1000">
                <a:solidFill>
                  <a:schemeClr val="accent5"/>
                </a:solidFill>
              </a:defRPr>
            </a:lvl8pPr>
            <a:lvl9pPr lvl="8" algn="r">
              <a:spcBef>
                <a:spcPts val="0"/>
              </a:spcBef>
              <a:spcAft>
                <a:spcPts val="0"/>
              </a:spcAft>
              <a:buClr>
                <a:schemeClr val="accent5"/>
              </a:buClr>
              <a:buSzPts val="1000"/>
              <a:buFont typeface="Instrument Sans"/>
              <a:buNone/>
              <a:defRPr sz="1000">
                <a:solidFill>
                  <a:schemeClr val="accent5"/>
                </a:solidFill>
              </a:defRPr>
            </a:lvl9pPr>
          </a:lstStyle>
          <a:p/>
        </p:txBody>
      </p:sp>
      <p:sp>
        <p:nvSpPr>
          <p:cNvPr id="197" name="Google Shape;197;p25"/>
          <p:cNvSpPr txBox="1"/>
          <p:nvPr>
            <p:ph type="title"/>
          </p:nvPr>
        </p:nvSpPr>
        <p:spPr>
          <a:xfrm>
            <a:off x="284700" y="474750"/>
            <a:ext cx="4227300" cy="49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sz="2400">
                <a:latin typeface="Instrument Sans"/>
                <a:ea typeface="Instrument Sans"/>
                <a:cs typeface="Instrument Sans"/>
                <a:sym typeface="Instrument Sans"/>
              </a:defRPr>
            </a:lvl1pPr>
            <a:lvl2pPr lvl="1">
              <a:lnSpc>
                <a:spcPct val="115000"/>
              </a:lnSpc>
              <a:spcBef>
                <a:spcPts val="0"/>
              </a:spcBef>
              <a:spcAft>
                <a:spcPts val="0"/>
              </a:spcAft>
              <a:buNone/>
              <a:defRPr sz="2400">
                <a:latin typeface="Instrument Sans"/>
                <a:ea typeface="Instrument Sans"/>
                <a:cs typeface="Instrument Sans"/>
                <a:sym typeface="Instrument Sans"/>
              </a:defRPr>
            </a:lvl2pPr>
            <a:lvl3pPr lvl="2">
              <a:lnSpc>
                <a:spcPct val="115000"/>
              </a:lnSpc>
              <a:spcBef>
                <a:spcPts val="0"/>
              </a:spcBef>
              <a:spcAft>
                <a:spcPts val="0"/>
              </a:spcAft>
              <a:buNone/>
              <a:defRPr sz="2400">
                <a:latin typeface="Instrument Sans"/>
                <a:ea typeface="Instrument Sans"/>
                <a:cs typeface="Instrument Sans"/>
                <a:sym typeface="Instrument Sans"/>
              </a:defRPr>
            </a:lvl3pPr>
            <a:lvl4pPr lvl="3">
              <a:lnSpc>
                <a:spcPct val="115000"/>
              </a:lnSpc>
              <a:spcBef>
                <a:spcPts val="0"/>
              </a:spcBef>
              <a:spcAft>
                <a:spcPts val="0"/>
              </a:spcAft>
              <a:buNone/>
              <a:defRPr sz="2400">
                <a:latin typeface="Instrument Sans"/>
                <a:ea typeface="Instrument Sans"/>
                <a:cs typeface="Instrument Sans"/>
                <a:sym typeface="Instrument Sans"/>
              </a:defRPr>
            </a:lvl4pPr>
            <a:lvl5pPr lvl="4">
              <a:lnSpc>
                <a:spcPct val="115000"/>
              </a:lnSpc>
              <a:spcBef>
                <a:spcPts val="0"/>
              </a:spcBef>
              <a:spcAft>
                <a:spcPts val="0"/>
              </a:spcAft>
              <a:buNone/>
              <a:defRPr sz="2400">
                <a:latin typeface="Instrument Sans"/>
                <a:ea typeface="Instrument Sans"/>
                <a:cs typeface="Instrument Sans"/>
                <a:sym typeface="Instrument Sans"/>
              </a:defRPr>
            </a:lvl5pPr>
            <a:lvl6pPr lvl="5">
              <a:lnSpc>
                <a:spcPct val="115000"/>
              </a:lnSpc>
              <a:spcBef>
                <a:spcPts val="0"/>
              </a:spcBef>
              <a:spcAft>
                <a:spcPts val="0"/>
              </a:spcAft>
              <a:buNone/>
              <a:defRPr sz="2400">
                <a:latin typeface="Instrument Sans"/>
                <a:ea typeface="Instrument Sans"/>
                <a:cs typeface="Instrument Sans"/>
                <a:sym typeface="Instrument Sans"/>
              </a:defRPr>
            </a:lvl6pPr>
            <a:lvl7pPr lvl="6">
              <a:lnSpc>
                <a:spcPct val="115000"/>
              </a:lnSpc>
              <a:spcBef>
                <a:spcPts val="0"/>
              </a:spcBef>
              <a:spcAft>
                <a:spcPts val="0"/>
              </a:spcAft>
              <a:buNone/>
              <a:defRPr sz="2400">
                <a:latin typeface="Instrument Sans"/>
                <a:ea typeface="Instrument Sans"/>
                <a:cs typeface="Instrument Sans"/>
                <a:sym typeface="Instrument Sans"/>
              </a:defRPr>
            </a:lvl7pPr>
            <a:lvl8pPr lvl="7">
              <a:lnSpc>
                <a:spcPct val="115000"/>
              </a:lnSpc>
              <a:spcBef>
                <a:spcPts val="0"/>
              </a:spcBef>
              <a:spcAft>
                <a:spcPts val="0"/>
              </a:spcAft>
              <a:buNone/>
              <a:defRPr sz="2400">
                <a:latin typeface="Instrument Sans"/>
                <a:ea typeface="Instrument Sans"/>
                <a:cs typeface="Instrument Sans"/>
                <a:sym typeface="Instrument Sans"/>
              </a:defRPr>
            </a:lvl8pPr>
            <a:lvl9pPr lvl="8">
              <a:lnSpc>
                <a:spcPct val="115000"/>
              </a:lnSpc>
              <a:spcBef>
                <a:spcPts val="0"/>
              </a:spcBef>
              <a:spcAft>
                <a:spcPts val="0"/>
              </a:spcAft>
              <a:buNone/>
              <a:defRPr sz="2400">
                <a:latin typeface="Instrument Sans"/>
                <a:ea typeface="Instrument Sans"/>
                <a:cs typeface="Instrument Sans"/>
                <a:sym typeface="Instrument Sans"/>
              </a:defRPr>
            </a:lvl9pPr>
          </a:lstStyle>
          <a:p/>
        </p:txBody>
      </p:sp>
      <p:sp>
        <p:nvSpPr>
          <p:cNvPr id="198" name="Google Shape;198;p25"/>
          <p:cNvSpPr txBox="1"/>
          <p:nvPr>
            <p:ph idx="4" type="body"/>
          </p:nvPr>
        </p:nvSpPr>
        <p:spPr>
          <a:xfrm>
            <a:off x="284700" y="1208750"/>
            <a:ext cx="4227300" cy="907200"/>
          </a:xfrm>
          <a:prstGeom prst="rect">
            <a:avLst/>
          </a:prstGeom>
        </p:spPr>
        <p:txBody>
          <a:bodyPr anchorCtr="0" anchor="t" bIns="0" lIns="0" spcFirstLastPara="1" rIns="0" wrap="square" tIns="0">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199" name="Google Shape;199;p2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25"/>
          <p:cNvSpPr txBox="1"/>
          <p:nvPr>
            <p:ph idx="5" type="title"/>
          </p:nvPr>
        </p:nvSpPr>
        <p:spPr>
          <a:xfrm>
            <a:off x="2457150" y="3051277"/>
            <a:ext cx="4227300" cy="4986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3600">
                <a:latin typeface="Instrument Sans"/>
                <a:ea typeface="Instrument Sans"/>
                <a:cs typeface="Instrument Sans"/>
                <a:sym typeface="Instrument Sans"/>
              </a:defRPr>
            </a:lvl1pPr>
            <a:lvl2pPr lvl="1">
              <a:lnSpc>
                <a:spcPct val="115000"/>
              </a:lnSpc>
              <a:spcBef>
                <a:spcPts val="0"/>
              </a:spcBef>
              <a:spcAft>
                <a:spcPts val="0"/>
              </a:spcAft>
              <a:buNone/>
              <a:defRPr sz="3600">
                <a:latin typeface="Instrument Sans"/>
                <a:ea typeface="Instrument Sans"/>
                <a:cs typeface="Instrument Sans"/>
                <a:sym typeface="Instrument Sans"/>
              </a:defRPr>
            </a:lvl2pPr>
            <a:lvl3pPr lvl="2">
              <a:lnSpc>
                <a:spcPct val="115000"/>
              </a:lnSpc>
              <a:spcBef>
                <a:spcPts val="0"/>
              </a:spcBef>
              <a:spcAft>
                <a:spcPts val="0"/>
              </a:spcAft>
              <a:buNone/>
              <a:defRPr sz="3600">
                <a:latin typeface="Instrument Sans"/>
                <a:ea typeface="Instrument Sans"/>
                <a:cs typeface="Instrument Sans"/>
                <a:sym typeface="Instrument Sans"/>
              </a:defRPr>
            </a:lvl3pPr>
            <a:lvl4pPr lvl="3">
              <a:lnSpc>
                <a:spcPct val="115000"/>
              </a:lnSpc>
              <a:spcBef>
                <a:spcPts val="0"/>
              </a:spcBef>
              <a:spcAft>
                <a:spcPts val="0"/>
              </a:spcAft>
              <a:buNone/>
              <a:defRPr sz="3600">
                <a:latin typeface="Instrument Sans"/>
                <a:ea typeface="Instrument Sans"/>
                <a:cs typeface="Instrument Sans"/>
                <a:sym typeface="Instrument Sans"/>
              </a:defRPr>
            </a:lvl4pPr>
            <a:lvl5pPr lvl="4">
              <a:lnSpc>
                <a:spcPct val="115000"/>
              </a:lnSpc>
              <a:spcBef>
                <a:spcPts val="0"/>
              </a:spcBef>
              <a:spcAft>
                <a:spcPts val="0"/>
              </a:spcAft>
              <a:buNone/>
              <a:defRPr sz="3600">
                <a:latin typeface="Instrument Sans"/>
                <a:ea typeface="Instrument Sans"/>
                <a:cs typeface="Instrument Sans"/>
                <a:sym typeface="Instrument Sans"/>
              </a:defRPr>
            </a:lvl5pPr>
            <a:lvl6pPr lvl="5">
              <a:lnSpc>
                <a:spcPct val="115000"/>
              </a:lnSpc>
              <a:spcBef>
                <a:spcPts val="0"/>
              </a:spcBef>
              <a:spcAft>
                <a:spcPts val="0"/>
              </a:spcAft>
              <a:buNone/>
              <a:defRPr sz="3600">
                <a:latin typeface="Instrument Sans"/>
                <a:ea typeface="Instrument Sans"/>
                <a:cs typeface="Instrument Sans"/>
                <a:sym typeface="Instrument Sans"/>
              </a:defRPr>
            </a:lvl6pPr>
            <a:lvl7pPr lvl="6">
              <a:lnSpc>
                <a:spcPct val="115000"/>
              </a:lnSpc>
              <a:spcBef>
                <a:spcPts val="0"/>
              </a:spcBef>
              <a:spcAft>
                <a:spcPts val="0"/>
              </a:spcAft>
              <a:buNone/>
              <a:defRPr sz="3600">
                <a:latin typeface="Instrument Sans"/>
                <a:ea typeface="Instrument Sans"/>
                <a:cs typeface="Instrument Sans"/>
                <a:sym typeface="Instrument Sans"/>
              </a:defRPr>
            </a:lvl7pPr>
            <a:lvl8pPr lvl="7">
              <a:lnSpc>
                <a:spcPct val="115000"/>
              </a:lnSpc>
              <a:spcBef>
                <a:spcPts val="0"/>
              </a:spcBef>
              <a:spcAft>
                <a:spcPts val="0"/>
              </a:spcAft>
              <a:buNone/>
              <a:defRPr sz="3600">
                <a:latin typeface="Instrument Sans"/>
                <a:ea typeface="Instrument Sans"/>
                <a:cs typeface="Instrument Sans"/>
                <a:sym typeface="Instrument Sans"/>
              </a:defRPr>
            </a:lvl8pPr>
            <a:lvl9pPr lvl="8">
              <a:lnSpc>
                <a:spcPct val="115000"/>
              </a:lnSpc>
              <a:spcBef>
                <a:spcPts val="0"/>
              </a:spcBef>
              <a:spcAft>
                <a:spcPts val="0"/>
              </a:spcAft>
              <a:buNone/>
              <a:defRPr sz="3600">
                <a:latin typeface="Instrument Sans"/>
                <a:ea typeface="Instrument Sans"/>
                <a:cs typeface="Instrument Sans"/>
                <a:sym typeface="Instrument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locks- two ideas">
  <p:cSld name="CUSTOM_5">
    <p:spTree>
      <p:nvGrpSpPr>
        <p:cNvPr id="201" name="Shape 201"/>
        <p:cNvGrpSpPr/>
        <p:nvPr/>
      </p:nvGrpSpPr>
      <p:grpSpPr>
        <a:xfrm>
          <a:off x="0" y="0"/>
          <a:ext cx="0" cy="0"/>
          <a:chOff x="0" y="0"/>
          <a:chExt cx="0" cy="0"/>
        </a:xfrm>
      </p:grpSpPr>
      <p:sp>
        <p:nvSpPr>
          <p:cNvPr id="202" name="Google Shape;202;p26"/>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03" name="Google Shape;203;p26"/>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04" name="Google Shape;204;p2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
  <p:cSld name="CUSTOM_6">
    <p:bg>
      <p:bgPr>
        <a:solidFill>
          <a:schemeClr val="dk2"/>
        </a:solidFill>
      </p:bgPr>
    </p:bg>
    <p:spTree>
      <p:nvGrpSpPr>
        <p:cNvPr id="205" name="Shape 205"/>
        <p:cNvGrpSpPr/>
        <p:nvPr/>
      </p:nvGrpSpPr>
      <p:grpSpPr>
        <a:xfrm>
          <a:off x="0" y="0"/>
          <a:ext cx="0" cy="0"/>
          <a:chOff x="0" y="0"/>
          <a:chExt cx="0" cy="0"/>
        </a:xfrm>
      </p:grpSpPr>
      <p:sp>
        <p:nvSpPr>
          <p:cNvPr id="206" name="Google Shape;206;p27"/>
          <p:cNvSpPr txBox="1"/>
          <p:nvPr>
            <p:ph idx="1" type="body"/>
          </p:nvPr>
        </p:nvSpPr>
        <p:spPr>
          <a:xfrm>
            <a:off x="284700" y="2630400"/>
            <a:ext cx="2055000" cy="20382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Char char="●"/>
              <a:defRPr/>
            </a:lvl1pPr>
            <a:lvl2pPr indent="-292100" lvl="1" marL="914400">
              <a:spcBef>
                <a:spcPts val="800"/>
              </a:spcBef>
              <a:spcAft>
                <a:spcPts val="0"/>
              </a:spcAft>
              <a:buClr>
                <a:schemeClr val="lt1"/>
              </a:buClr>
              <a:buSzPts val="1000"/>
              <a:buChar char="○"/>
              <a:defRPr/>
            </a:lvl2pPr>
            <a:lvl3pPr indent="-292100" lvl="2" marL="1371600">
              <a:spcBef>
                <a:spcPts val="800"/>
              </a:spcBef>
              <a:spcAft>
                <a:spcPts val="0"/>
              </a:spcAft>
              <a:buClr>
                <a:schemeClr val="lt1"/>
              </a:buClr>
              <a:buSzPts val="1000"/>
              <a:buChar char="■"/>
              <a:defRPr/>
            </a:lvl3pPr>
            <a:lvl4pPr indent="-292100" lvl="3" marL="1828800">
              <a:spcBef>
                <a:spcPts val="800"/>
              </a:spcBef>
              <a:spcAft>
                <a:spcPts val="0"/>
              </a:spcAft>
              <a:buClr>
                <a:schemeClr val="lt1"/>
              </a:buClr>
              <a:buSzPts val="1000"/>
              <a:buChar char="●"/>
              <a:defRPr/>
            </a:lvl4pPr>
            <a:lvl5pPr indent="-292100" lvl="4" marL="2286000">
              <a:spcBef>
                <a:spcPts val="800"/>
              </a:spcBef>
              <a:spcAft>
                <a:spcPts val="0"/>
              </a:spcAft>
              <a:buClr>
                <a:schemeClr val="lt1"/>
              </a:buClr>
              <a:buSzPts val="1000"/>
              <a:buChar char="○"/>
              <a:defRPr/>
            </a:lvl5pPr>
            <a:lvl6pPr indent="-292100" lvl="5" marL="2743200">
              <a:spcBef>
                <a:spcPts val="800"/>
              </a:spcBef>
              <a:spcAft>
                <a:spcPts val="0"/>
              </a:spcAft>
              <a:buClr>
                <a:schemeClr val="lt1"/>
              </a:buClr>
              <a:buSzPts val="1000"/>
              <a:buChar char="■"/>
              <a:defRPr/>
            </a:lvl6pPr>
            <a:lvl7pPr indent="-292100" lvl="6" marL="3200400">
              <a:spcBef>
                <a:spcPts val="800"/>
              </a:spcBef>
              <a:spcAft>
                <a:spcPts val="0"/>
              </a:spcAft>
              <a:buClr>
                <a:schemeClr val="lt1"/>
              </a:buClr>
              <a:buSzPts val="1000"/>
              <a:buChar char="●"/>
              <a:defRPr/>
            </a:lvl7pPr>
            <a:lvl8pPr indent="-292100" lvl="7" marL="3657600">
              <a:spcBef>
                <a:spcPts val="800"/>
              </a:spcBef>
              <a:spcAft>
                <a:spcPts val="0"/>
              </a:spcAft>
              <a:buClr>
                <a:schemeClr val="lt1"/>
              </a:buClr>
              <a:buSzPts val="1000"/>
              <a:buChar char="○"/>
              <a:defRPr/>
            </a:lvl8pPr>
            <a:lvl9pPr indent="-292100" lvl="8" marL="4114800">
              <a:spcBef>
                <a:spcPts val="800"/>
              </a:spcBef>
              <a:spcAft>
                <a:spcPts val="800"/>
              </a:spcAft>
              <a:buClr>
                <a:schemeClr val="lt1"/>
              </a:buClr>
              <a:buSzPts val="1000"/>
              <a:buChar char="■"/>
              <a:defRPr/>
            </a:lvl9pPr>
          </a:lstStyle>
          <a:p/>
        </p:txBody>
      </p:sp>
      <p:sp>
        <p:nvSpPr>
          <p:cNvPr id="207" name="Google Shape;207;p27"/>
          <p:cNvSpPr/>
          <p:nvPr>
            <p:ph idx="2" type="pic"/>
          </p:nvPr>
        </p:nvSpPr>
        <p:spPr>
          <a:xfrm>
            <a:off x="4629600" y="2630549"/>
            <a:ext cx="4227300" cy="2038200"/>
          </a:xfrm>
          <a:prstGeom prst="roundRect">
            <a:avLst>
              <a:gd fmla="val 9982" name="adj"/>
            </a:avLst>
          </a:prstGeom>
          <a:noFill/>
          <a:ln>
            <a:noFill/>
          </a:ln>
        </p:spPr>
      </p:sp>
      <p:sp>
        <p:nvSpPr>
          <p:cNvPr id="208" name="Google Shape;208;p27"/>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09" name="Google Shape;209;p27"/>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0" name="Google Shape;210;p2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rious boxes">
  <p:cSld name="CUSTOM_6_1">
    <p:spTree>
      <p:nvGrpSpPr>
        <p:cNvPr id="211" name="Shape 211"/>
        <p:cNvGrpSpPr/>
        <p:nvPr/>
      </p:nvGrpSpPr>
      <p:grpSpPr>
        <a:xfrm>
          <a:off x="0" y="0"/>
          <a:ext cx="0" cy="0"/>
          <a:chOff x="0" y="0"/>
          <a:chExt cx="0" cy="0"/>
        </a:xfrm>
      </p:grpSpPr>
      <p:sp>
        <p:nvSpPr>
          <p:cNvPr id="212" name="Google Shape;212;p28"/>
          <p:cNvSpPr/>
          <p:nvPr>
            <p:ph idx="2" type="pic"/>
          </p:nvPr>
        </p:nvSpPr>
        <p:spPr>
          <a:xfrm>
            <a:off x="4630975" y="1365900"/>
            <a:ext cx="2055000" cy="3302700"/>
          </a:xfrm>
          <a:prstGeom prst="roundRect">
            <a:avLst>
              <a:gd fmla="val 11973" name="adj"/>
            </a:avLst>
          </a:prstGeom>
          <a:noFill/>
          <a:ln>
            <a:noFill/>
          </a:ln>
        </p:spPr>
      </p:sp>
      <p:sp>
        <p:nvSpPr>
          <p:cNvPr id="213" name="Google Shape;213;p28"/>
          <p:cNvSpPr txBox="1"/>
          <p:nvPr>
            <p:ph idx="1" type="body"/>
          </p:nvPr>
        </p:nvSpPr>
        <p:spPr>
          <a:xfrm>
            <a:off x="417625" y="2720125"/>
            <a:ext cx="3754500" cy="486300"/>
          </a:xfrm>
          <a:prstGeom prst="rect">
            <a:avLst/>
          </a:prstGeom>
        </p:spPr>
        <p:txBody>
          <a:bodyPr anchorCtr="0" anchor="b" bIns="0" lIns="0"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214" name="Google Shape;214;p28"/>
          <p:cNvSpPr txBox="1"/>
          <p:nvPr>
            <p:ph idx="3" type="body"/>
          </p:nvPr>
        </p:nvSpPr>
        <p:spPr>
          <a:xfrm>
            <a:off x="417625" y="3990775"/>
            <a:ext cx="1875600" cy="548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i="1"/>
            </a:lvl1pPr>
            <a:lvl2pPr indent="-228600" lvl="1" marL="914400">
              <a:spcBef>
                <a:spcPts val="0"/>
              </a:spcBef>
              <a:spcAft>
                <a:spcPts val="0"/>
              </a:spcAft>
              <a:buNone/>
              <a:defRPr i="1"/>
            </a:lvl2pPr>
            <a:lvl3pPr indent="-228600" lvl="2" marL="1371600">
              <a:spcBef>
                <a:spcPts val="0"/>
              </a:spcBef>
              <a:spcAft>
                <a:spcPts val="0"/>
              </a:spcAft>
              <a:buNone/>
              <a:defRPr i="1"/>
            </a:lvl3pPr>
            <a:lvl4pPr indent="-228600" lvl="3" marL="1828800">
              <a:spcBef>
                <a:spcPts val="0"/>
              </a:spcBef>
              <a:spcAft>
                <a:spcPts val="0"/>
              </a:spcAft>
              <a:buNone/>
              <a:defRPr i="1"/>
            </a:lvl4pPr>
            <a:lvl5pPr indent="-228600" lvl="4" marL="2286000">
              <a:spcBef>
                <a:spcPts val="0"/>
              </a:spcBef>
              <a:spcAft>
                <a:spcPts val="0"/>
              </a:spcAft>
              <a:buNone/>
              <a:defRPr i="1"/>
            </a:lvl5pPr>
            <a:lvl6pPr indent="-228600" lvl="5" marL="2743200">
              <a:spcBef>
                <a:spcPts val="0"/>
              </a:spcBef>
              <a:spcAft>
                <a:spcPts val="0"/>
              </a:spcAft>
              <a:buNone/>
              <a:defRPr i="1"/>
            </a:lvl6pPr>
            <a:lvl7pPr indent="-228600" lvl="6" marL="3200400">
              <a:spcBef>
                <a:spcPts val="0"/>
              </a:spcBef>
              <a:spcAft>
                <a:spcPts val="0"/>
              </a:spcAft>
              <a:buNone/>
              <a:defRPr i="1"/>
            </a:lvl7pPr>
            <a:lvl8pPr indent="-228600" lvl="7" marL="3657600">
              <a:spcBef>
                <a:spcPts val="0"/>
              </a:spcBef>
              <a:spcAft>
                <a:spcPts val="0"/>
              </a:spcAft>
              <a:buNone/>
              <a:defRPr i="1"/>
            </a:lvl8pPr>
            <a:lvl9pPr indent="-228600" lvl="8" marL="4114800">
              <a:spcBef>
                <a:spcPts val="0"/>
              </a:spcBef>
              <a:spcAft>
                <a:spcPts val="0"/>
              </a:spcAft>
              <a:buNone/>
              <a:defRPr i="1"/>
            </a:lvl9pPr>
          </a:lstStyle>
          <a:p/>
        </p:txBody>
      </p:sp>
      <p:sp>
        <p:nvSpPr>
          <p:cNvPr id="215" name="Google Shape;215;p28"/>
          <p:cNvSpPr txBox="1"/>
          <p:nvPr>
            <p:ph idx="4" type="body"/>
          </p:nvPr>
        </p:nvSpPr>
        <p:spPr>
          <a:xfrm>
            <a:off x="2457075" y="4311325"/>
            <a:ext cx="2053500" cy="354300"/>
          </a:xfrm>
          <a:prstGeom prst="rect">
            <a:avLst/>
          </a:prstGeom>
        </p:spPr>
        <p:txBody>
          <a:bodyPr anchorCtr="0" anchor="t" bIns="0" lIns="182875"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216" name="Google Shape;216;p28"/>
          <p:cNvSpPr txBox="1"/>
          <p:nvPr>
            <p:ph idx="5" type="body"/>
          </p:nvPr>
        </p:nvSpPr>
        <p:spPr>
          <a:xfrm>
            <a:off x="6801300" y="2498700"/>
            <a:ext cx="2055000" cy="1204500"/>
          </a:xfrm>
          <a:prstGeom prst="rect">
            <a:avLst/>
          </a:prstGeom>
        </p:spPr>
        <p:txBody>
          <a:bodyPr anchorCtr="0" anchor="t" bIns="0" lIns="182875" spcFirstLastPara="1" rIns="182875" wrap="square" tIns="0">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217" name="Google Shape;217;p28"/>
          <p:cNvSpPr txBox="1"/>
          <p:nvPr>
            <p:ph type="title"/>
          </p:nvPr>
        </p:nvSpPr>
        <p:spPr>
          <a:xfrm>
            <a:off x="288350" y="1365975"/>
            <a:ext cx="4227300" cy="1156500"/>
          </a:xfrm>
          <a:prstGeom prst="rect">
            <a:avLst/>
          </a:prstGeom>
        </p:spPr>
        <p:txBody>
          <a:bodyPr anchorCtr="0" anchor="t" bIns="0" lIns="182875" spcFirstLastPara="1" rIns="182875" wrap="square" tIns="182875">
            <a:sp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218" name="Google Shape;218;p28"/>
          <p:cNvSpPr txBox="1"/>
          <p:nvPr>
            <p:ph idx="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9" name="Google Shape;219;p28"/>
          <p:cNvSpPr txBox="1"/>
          <p:nvPr>
            <p:ph idx="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0" name="Google Shape;220;p28"/>
          <p:cNvSpPr txBox="1"/>
          <p:nvPr>
            <p:ph idx="8" type="subTitle"/>
          </p:nvPr>
        </p:nvSpPr>
        <p:spPr>
          <a:xfrm>
            <a:off x="2454063" y="3535641"/>
            <a:ext cx="2051400" cy="422700"/>
          </a:xfrm>
          <a:prstGeom prst="rect">
            <a:avLst/>
          </a:prstGeom>
        </p:spPr>
        <p:txBody>
          <a:bodyPr anchorCtr="0" anchor="t" bIns="91425" lIns="182875" spcFirstLastPara="1" rIns="91425" wrap="square" tIns="182875">
            <a:noAutofit/>
          </a:bodyPr>
          <a:lstStyle>
            <a:lvl1pPr lvl="0">
              <a:spcBef>
                <a:spcPts val="0"/>
              </a:spcBef>
              <a:spcAft>
                <a:spcPts val="0"/>
              </a:spcAft>
              <a:buSzPts val="2400"/>
              <a:buFont typeface="Instrument Sans SemiBold"/>
              <a:buNone/>
              <a:defRPr sz="2400">
                <a:latin typeface="Instrument Sans SemiBold"/>
                <a:ea typeface="Instrument Sans SemiBold"/>
                <a:cs typeface="Instrument Sans SemiBold"/>
                <a:sym typeface="Instrument Sans SemiBold"/>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21" name="Google Shape;221;p28"/>
          <p:cNvSpPr txBox="1"/>
          <p:nvPr>
            <p:ph idx="9" type="subTitle"/>
          </p:nvPr>
        </p:nvSpPr>
        <p:spPr>
          <a:xfrm>
            <a:off x="6801300" y="1957926"/>
            <a:ext cx="2051400" cy="452700"/>
          </a:xfrm>
          <a:prstGeom prst="rect">
            <a:avLst/>
          </a:prstGeom>
        </p:spPr>
        <p:txBody>
          <a:bodyPr anchorCtr="0" anchor="t" bIns="0" lIns="182875" spcFirstLastPara="1" rIns="182875" wrap="square" tIns="182875">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22" name="Google Shape;222;p2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589">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3">
  <p:cSld name="BLANK_1_1_1_1_1_1_1_1_1_1_1_1_1_1_3_1_1">
    <p:spTree>
      <p:nvGrpSpPr>
        <p:cNvPr id="223" name="Shape 223"/>
        <p:cNvGrpSpPr/>
        <p:nvPr/>
      </p:nvGrpSpPr>
      <p:grpSpPr>
        <a:xfrm>
          <a:off x="0" y="0"/>
          <a:ext cx="0" cy="0"/>
          <a:chOff x="0" y="0"/>
          <a:chExt cx="0" cy="0"/>
        </a:xfrm>
      </p:grpSpPr>
      <p:sp>
        <p:nvSpPr>
          <p:cNvPr id="224" name="Google Shape;224;p29"/>
          <p:cNvSpPr/>
          <p:nvPr>
            <p:ph idx="2" type="pic"/>
          </p:nvPr>
        </p:nvSpPr>
        <p:spPr>
          <a:xfrm>
            <a:off x="6802025" y="1372800"/>
            <a:ext cx="2058600" cy="3296700"/>
          </a:xfrm>
          <a:prstGeom prst="roundRect">
            <a:avLst>
              <a:gd fmla="val 11530" name="adj"/>
            </a:avLst>
          </a:prstGeom>
          <a:noFill/>
          <a:ln>
            <a:noFill/>
          </a:ln>
        </p:spPr>
      </p:sp>
      <p:sp>
        <p:nvSpPr>
          <p:cNvPr id="225" name="Google Shape;225;p29"/>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6" name="Google Shape;226;p29"/>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7" name="Google Shape;227;p2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28" name="Google Shape;228;p29"/>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29" name="Google Shape;229;p29"/>
          <p:cNvSpPr txBox="1"/>
          <p:nvPr>
            <p:ph idx="4" type="body"/>
          </p:nvPr>
        </p:nvSpPr>
        <p:spPr>
          <a:xfrm>
            <a:off x="284700" y="2792774"/>
            <a:ext cx="2053500" cy="15699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230" name="Google Shape;230;p29"/>
          <p:cNvSpPr txBox="1"/>
          <p:nvPr>
            <p:ph idx="5" type="title"/>
          </p:nvPr>
        </p:nvSpPr>
        <p:spPr>
          <a:xfrm>
            <a:off x="284700"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1" name="Google Shape;231;p29"/>
          <p:cNvSpPr txBox="1"/>
          <p:nvPr>
            <p:ph idx="6" type="title"/>
          </p:nvPr>
        </p:nvSpPr>
        <p:spPr>
          <a:xfrm>
            <a:off x="284700"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2" name="Google Shape;232;p29"/>
          <p:cNvSpPr txBox="1"/>
          <p:nvPr>
            <p:ph idx="7" type="body"/>
          </p:nvPr>
        </p:nvSpPr>
        <p:spPr>
          <a:xfrm>
            <a:off x="2457088"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33" name="Google Shape;233;p29"/>
          <p:cNvSpPr txBox="1"/>
          <p:nvPr>
            <p:ph idx="8" type="title"/>
          </p:nvPr>
        </p:nvSpPr>
        <p:spPr>
          <a:xfrm>
            <a:off x="2457088"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4" name="Google Shape;234;p29"/>
          <p:cNvSpPr txBox="1"/>
          <p:nvPr>
            <p:ph idx="9" type="title"/>
          </p:nvPr>
        </p:nvSpPr>
        <p:spPr>
          <a:xfrm>
            <a:off x="2457088"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5" name="Google Shape;235;p29"/>
          <p:cNvSpPr txBox="1"/>
          <p:nvPr>
            <p:ph idx="13" type="body"/>
          </p:nvPr>
        </p:nvSpPr>
        <p:spPr>
          <a:xfrm>
            <a:off x="4629475"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36" name="Google Shape;236;p29"/>
          <p:cNvSpPr txBox="1"/>
          <p:nvPr>
            <p:ph idx="14" type="title"/>
          </p:nvPr>
        </p:nvSpPr>
        <p:spPr>
          <a:xfrm>
            <a:off x="4629475"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7" name="Google Shape;237;p29"/>
          <p:cNvSpPr txBox="1"/>
          <p:nvPr>
            <p:ph idx="15" type="title"/>
          </p:nvPr>
        </p:nvSpPr>
        <p:spPr>
          <a:xfrm>
            <a:off x="4629475"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BLANK_1_1_1_1_2_2_3">
    <p:bg>
      <p:bgPr>
        <a:solidFill>
          <a:schemeClr val="lt2"/>
        </a:solidFill>
      </p:bgPr>
    </p:bg>
    <p:spTree>
      <p:nvGrpSpPr>
        <p:cNvPr id="238" name="Shape 238"/>
        <p:cNvGrpSpPr/>
        <p:nvPr/>
      </p:nvGrpSpPr>
      <p:grpSpPr>
        <a:xfrm>
          <a:off x="0" y="0"/>
          <a:ext cx="0" cy="0"/>
          <a:chOff x="0" y="0"/>
          <a:chExt cx="0" cy="0"/>
        </a:xfrm>
      </p:grpSpPr>
      <p:sp>
        <p:nvSpPr>
          <p:cNvPr id="239" name="Google Shape;239;p30"/>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40" name="Google Shape;240;p30"/>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41" name="Google Shape;241;p3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30"/>
          <p:cNvSpPr txBox="1"/>
          <p:nvPr>
            <p:ph idx="3" type="subTitle"/>
          </p:nvPr>
        </p:nvSpPr>
        <p:spPr>
          <a:xfrm>
            <a:off x="38592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3" name="Google Shape;243;p30"/>
          <p:cNvSpPr txBox="1"/>
          <p:nvPr>
            <p:ph idx="4" type="subTitle"/>
          </p:nvPr>
        </p:nvSpPr>
        <p:spPr>
          <a:xfrm>
            <a:off x="26502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4" name="Google Shape;244;p30"/>
          <p:cNvSpPr txBox="1"/>
          <p:nvPr>
            <p:ph idx="5" type="subTitle"/>
          </p:nvPr>
        </p:nvSpPr>
        <p:spPr>
          <a:xfrm>
            <a:off x="47217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5" name="Google Shape;245;p30"/>
          <p:cNvSpPr txBox="1"/>
          <p:nvPr>
            <p:ph idx="6" type="subTitle"/>
          </p:nvPr>
        </p:nvSpPr>
        <p:spPr>
          <a:xfrm>
            <a:off x="698607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6" name="Google Shape;246;p30"/>
          <p:cNvSpPr txBox="1"/>
          <p:nvPr>
            <p:ph idx="7" type="body"/>
          </p:nvPr>
        </p:nvSpPr>
        <p:spPr>
          <a:xfrm>
            <a:off x="284700" y="41700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Char char="●"/>
              <a:defRPr sz="800"/>
            </a:lvl1pPr>
            <a:lvl2pPr indent="-279400" lvl="1" marL="914400">
              <a:spcBef>
                <a:spcPts val="0"/>
              </a:spcBef>
              <a:spcAft>
                <a:spcPts val="0"/>
              </a:spcAft>
              <a:buClr>
                <a:schemeClr val="lt1"/>
              </a:buClr>
              <a:buSzPts val="800"/>
              <a:buChar char="○"/>
              <a:defRPr sz="800"/>
            </a:lvl2pPr>
            <a:lvl3pPr indent="-279400" lvl="2" marL="1371600">
              <a:spcBef>
                <a:spcPts val="0"/>
              </a:spcBef>
              <a:spcAft>
                <a:spcPts val="0"/>
              </a:spcAft>
              <a:buClr>
                <a:schemeClr val="lt1"/>
              </a:buClr>
              <a:buSzPts val="800"/>
              <a:buChar char="■"/>
              <a:defRPr sz="800"/>
            </a:lvl3pPr>
            <a:lvl4pPr indent="-279400" lvl="3" marL="1828800">
              <a:spcBef>
                <a:spcPts val="0"/>
              </a:spcBef>
              <a:spcAft>
                <a:spcPts val="0"/>
              </a:spcAft>
              <a:buClr>
                <a:schemeClr val="lt1"/>
              </a:buClr>
              <a:buSzPts val="800"/>
              <a:buChar char="●"/>
              <a:defRPr sz="800"/>
            </a:lvl4pPr>
            <a:lvl5pPr indent="-279400" lvl="4" marL="2286000">
              <a:spcBef>
                <a:spcPts val="0"/>
              </a:spcBef>
              <a:spcAft>
                <a:spcPts val="0"/>
              </a:spcAft>
              <a:buClr>
                <a:schemeClr val="lt1"/>
              </a:buClr>
              <a:buSzPts val="800"/>
              <a:buChar char="○"/>
              <a:defRPr sz="800"/>
            </a:lvl5pPr>
            <a:lvl6pPr indent="-279400" lvl="5" marL="2743200">
              <a:spcBef>
                <a:spcPts val="0"/>
              </a:spcBef>
              <a:spcAft>
                <a:spcPts val="0"/>
              </a:spcAft>
              <a:buClr>
                <a:schemeClr val="lt1"/>
              </a:buClr>
              <a:buSzPts val="800"/>
              <a:buChar char="■"/>
              <a:defRPr sz="800"/>
            </a:lvl6pPr>
            <a:lvl7pPr indent="-279400" lvl="6" marL="3200400">
              <a:spcBef>
                <a:spcPts val="0"/>
              </a:spcBef>
              <a:spcAft>
                <a:spcPts val="0"/>
              </a:spcAft>
              <a:buClr>
                <a:schemeClr val="lt1"/>
              </a:buClr>
              <a:buSzPts val="800"/>
              <a:buChar char="●"/>
              <a:defRPr sz="800"/>
            </a:lvl7pPr>
            <a:lvl8pPr indent="-279400" lvl="7" marL="3657600">
              <a:spcBef>
                <a:spcPts val="0"/>
              </a:spcBef>
              <a:spcAft>
                <a:spcPts val="0"/>
              </a:spcAft>
              <a:buClr>
                <a:schemeClr val="lt1"/>
              </a:buClr>
              <a:buSzPts val="800"/>
              <a:buChar char="○"/>
              <a:defRPr sz="800"/>
            </a:lvl8pPr>
            <a:lvl9pPr indent="-279400" lvl="8" marL="4114800">
              <a:spcBef>
                <a:spcPts val="0"/>
              </a:spcBef>
              <a:spcAft>
                <a:spcPts val="0"/>
              </a:spcAft>
              <a:buClr>
                <a:schemeClr val="lt1"/>
              </a:buClr>
              <a:buSzPts val="800"/>
              <a:buChar char="■"/>
              <a:defRPr sz="800"/>
            </a:lvl9pPr>
          </a:lstStyle>
          <a:p/>
        </p:txBody>
      </p:sp>
      <p:sp>
        <p:nvSpPr>
          <p:cNvPr id="247" name="Google Shape;247;p30"/>
          <p:cNvSpPr txBox="1"/>
          <p:nvPr>
            <p:ph idx="8" type="subTitle"/>
          </p:nvPr>
        </p:nvSpPr>
        <p:spPr>
          <a:xfrm>
            <a:off x="284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8" name="Google Shape;248;p30"/>
          <p:cNvSpPr txBox="1"/>
          <p:nvPr>
            <p:ph idx="9" type="subTitle"/>
          </p:nvPr>
        </p:nvSpPr>
        <p:spPr>
          <a:xfrm>
            <a:off x="284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9" name="Google Shape;249;p30"/>
          <p:cNvSpPr txBox="1"/>
          <p:nvPr>
            <p:ph idx="13" type="body"/>
          </p:nvPr>
        </p:nvSpPr>
        <p:spPr>
          <a:xfrm>
            <a:off x="3185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50" name="Google Shape;250;p30"/>
          <p:cNvSpPr txBox="1"/>
          <p:nvPr>
            <p:ph idx="14" type="subTitle"/>
          </p:nvPr>
        </p:nvSpPr>
        <p:spPr>
          <a:xfrm>
            <a:off x="3185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1" name="Google Shape;251;p30"/>
          <p:cNvSpPr txBox="1"/>
          <p:nvPr>
            <p:ph idx="15" type="subTitle"/>
          </p:nvPr>
        </p:nvSpPr>
        <p:spPr>
          <a:xfrm>
            <a:off x="3185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2" name="Google Shape;252;p30"/>
          <p:cNvSpPr txBox="1"/>
          <p:nvPr>
            <p:ph idx="16" type="body"/>
          </p:nvPr>
        </p:nvSpPr>
        <p:spPr>
          <a:xfrm>
            <a:off x="6086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53" name="Google Shape;253;p30"/>
          <p:cNvSpPr txBox="1"/>
          <p:nvPr>
            <p:ph idx="17" type="subTitle"/>
          </p:nvPr>
        </p:nvSpPr>
        <p:spPr>
          <a:xfrm>
            <a:off x="6086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4" name="Google Shape;254;p30"/>
          <p:cNvSpPr txBox="1"/>
          <p:nvPr>
            <p:ph idx="18" type="subTitle"/>
          </p:nvPr>
        </p:nvSpPr>
        <p:spPr>
          <a:xfrm>
            <a:off x="6086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5" name="Google Shape;255;p30"/>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BLANK_1_1_1_1_2_2_3_1">
    <p:bg>
      <p:bgPr>
        <a:solidFill>
          <a:schemeClr val="lt2"/>
        </a:solidFill>
      </p:bgPr>
    </p:bg>
    <p:spTree>
      <p:nvGrpSpPr>
        <p:cNvPr id="256" name="Shape 256"/>
        <p:cNvGrpSpPr/>
        <p:nvPr/>
      </p:nvGrpSpPr>
      <p:grpSpPr>
        <a:xfrm>
          <a:off x="0" y="0"/>
          <a:ext cx="0" cy="0"/>
          <a:chOff x="0" y="0"/>
          <a:chExt cx="0" cy="0"/>
        </a:xfrm>
      </p:grpSpPr>
      <p:sp>
        <p:nvSpPr>
          <p:cNvPr id="257" name="Google Shape;257;p31"/>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58" name="Google Shape;258;p31"/>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59" name="Google Shape;259;p3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1"/>
          <p:cNvSpPr txBox="1"/>
          <p:nvPr>
            <p:ph idx="3" type="body"/>
          </p:nvPr>
        </p:nvSpPr>
        <p:spPr>
          <a:xfrm>
            <a:off x="284700" y="37039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Font typeface="Instrument Sans"/>
              <a:buChar char="●"/>
              <a:defRPr sz="800"/>
            </a:lvl1pPr>
            <a:lvl2pPr indent="-279400" lvl="1" marL="914400">
              <a:spcBef>
                <a:spcPts val="0"/>
              </a:spcBef>
              <a:spcAft>
                <a:spcPts val="0"/>
              </a:spcAft>
              <a:buClr>
                <a:schemeClr val="lt1"/>
              </a:buClr>
              <a:buSzPts val="800"/>
              <a:buFont typeface="Instrument Sans"/>
              <a:buChar char="○"/>
              <a:defRPr sz="800"/>
            </a:lvl2pPr>
            <a:lvl3pPr indent="-279400" lvl="2" marL="1371600">
              <a:spcBef>
                <a:spcPts val="0"/>
              </a:spcBef>
              <a:spcAft>
                <a:spcPts val="0"/>
              </a:spcAft>
              <a:buClr>
                <a:schemeClr val="lt1"/>
              </a:buClr>
              <a:buSzPts val="800"/>
              <a:buFont typeface="Instrument Sans"/>
              <a:buChar char="■"/>
              <a:defRPr sz="800"/>
            </a:lvl3pPr>
            <a:lvl4pPr indent="-279400" lvl="3" marL="1828800">
              <a:spcBef>
                <a:spcPts val="0"/>
              </a:spcBef>
              <a:spcAft>
                <a:spcPts val="0"/>
              </a:spcAft>
              <a:buClr>
                <a:schemeClr val="lt1"/>
              </a:buClr>
              <a:buSzPts val="800"/>
              <a:buFont typeface="Instrument Sans"/>
              <a:buChar char="●"/>
              <a:defRPr sz="800"/>
            </a:lvl4pPr>
            <a:lvl5pPr indent="-279400" lvl="4" marL="2286000">
              <a:spcBef>
                <a:spcPts val="0"/>
              </a:spcBef>
              <a:spcAft>
                <a:spcPts val="0"/>
              </a:spcAft>
              <a:buClr>
                <a:schemeClr val="lt1"/>
              </a:buClr>
              <a:buSzPts val="800"/>
              <a:buFont typeface="Instrument Sans"/>
              <a:buChar char="○"/>
              <a:defRPr sz="800"/>
            </a:lvl5pPr>
            <a:lvl6pPr indent="-279400" lvl="5" marL="2743200">
              <a:spcBef>
                <a:spcPts val="0"/>
              </a:spcBef>
              <a:spcAft>
                <a:spcPts val="0"/>
              </a:spcAft>
              <a:buClr>
                <a:schemeClr val="lt1"/>
              </a:buClr>
              <a:buSzPts val="800"/>
              <a:buFont typeface="Instrument Sans"/>
              <a:buChar char="■"/>
              <a:defRPr sz="800"/>
            </a:lvl6pPr>
            <a:lvl7pPr indent="-279400" lvl="6" marL="3200400">
              <a:spcBef>
                <a:spcPts val="0"/>
              </a:spcBef>
              <a:spcAft>
                <a:spcPts val="0"/>
              </a:spcAft>
              <a:buClr>
                <a:schemeClr val="lt1"/>
              </a:buClr>
              <a:buSzPts val="800"/>
              <a:buFont typeface="Instrument Sans"/>
              <a:buChar char="●"/>
              <a:defRPr sz="800"/>
            </a:lvl7pPr>
            <a:lvl8pPr indent="-279400" lvl="7" marL="3657600">
              <a:spcBef>
                <a:spcPts val="0"/>
              </a:spcBef>
              <a:spcAft>
                <a:spcPts val="0"/>
              </a:spcAft>
              <a:buClr>
                <a:schemeClr val="lt1"/>
              </a:buClr>
              <a:buSzPts val="800"/>
              <a:buFont typeface="Instrument Sans"/>
              <a:buChar char="○"/>
              <a:defRPr sz="800"/>
            </a:lvl8pPr>
            <a:lvl9pPr indent="-279400" lvl="8" marL="4114800">
              <a:spcBef>
                <a:spcPts val="0"/>
              </a:spcBef>
              <a:spcAft>
                <a:spcPts val="0"/>
              </a:spcAft>
              <a:buClr>
                <a:schemeClr val="lt1"/>
              </a:buClr>
              <a:buSzPts val="800"/>
              <a:buFont typeface="Instrument Sans"/>
              <a:buChar char="■"/>
              <a:defRPr sz="800"/>
            </a:lvl9pPr>
          </a:lstStyle>
          <a:p/>
        </p:txBody>
      </p:sp>
      <p:sp>
        <p:nvSpPr>
          <p:cNvPr id="261" name="Google Shape;261;p31"/>
          <p:cNvSpPr txBox="1"/>
          <p:nvPr>
            <p:ph idx="4" type="subTitle"/>
          </p:nvPr>
        </p:nvSpPr>
        <p:spPr>
          <a:xfrm>
            <a:off x="284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2" name="Google Shape;262;p31"/>
          <p:cNvSpPr txBox="1"/>
          <p:nvPr>
            <p:ph idx="5" type="subTitle"/>
          </p:nvPr>
        </p:nvSpPr>
        <p:spPr>
          <a:xfrm>
            <a:off x="284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3" name="Google Shape;263;p31"/>
          <p:cNvSpPr txBox="1"/>
          <p:nvPr>
            <p:ph idx="6" type="body"/>
          </p:nvPr>
        </p:nvSpPr>
        <p:spPr>
          <a:xfrm>
            <a:off x="3185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64" name="Google Shape;264;p31"/>
          <p:cNvSpPr txBox="1"/>
          <p:nvPr>
            <p:ph idx="7" type="subTitle"/>
          </p:nvPr>
        </p:nvSpPr>
        <p:spPr>
          <a:xfrm>
            <a:off x="3185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5" name="Google Shape;265;p31"/>
          <p:cNvSpPr txBox="1"/>
          <p:nvPr>
            <p:ph idx="8" type="subTitle"/>
          </p:nvPr>
        </p:nvSpPr>
        <p:spPr>
          <a:xfrm>
            <a:off x="3185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6" name="Google Shape;266;p31"/>
          <p:cNvSpPr txBox="1"/>
          <p:nvPr>
            <p:ph idx="9" type="body"/>
          </p:nvPr>
        </p:nvSpPr>
        <p:spPr>
          <a:xfrm>
            <a:off x="6086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67" name="Google Shape;267;p31"/>
          <p:cNvSpPr txBox="1"/>
          <p:nvPr>
            <p:ph idx="13" type="subTitle"/>
          </p:nvPr>
        </p:nvSpPr>
        <p:spPr>
          <a:xfrm>
            <a:off x="6086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8" name="Google Shape;268;p31"/>
          <p:cNvSpPr txBox="1"/>
          <p:nvPr>
            <p:ph idx="14" type="subTitle"/>
          </p:nvPr>
        </p:nvSpPr>
        <p:spPr>
          <a:xfrm>
            <a:off x="6086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cxnSp>
        <p:nvCxnSpPr>
          <p:cNvPr id="269" name="Google Shape;269;p31"/>
          <p:cNvCxnSpPr/>
          <p:nvPr/>
        </p:nvCxnSpPr>
        <p:spPr>
          <a:xfrm>
            <a:off x="306250" y="2632300"/>
            <a:ext cx="8545500" cy="0"/>
          </a:xfrm>
          <a:prstGeom prst="straightConnector1">
            <a:avLst/>
          </a:prstGeom>
          <a:noFill/>
          <a:ln cap="flat" cmpd="sng" w="9525">
            <a:solidFill>
              <a:schemeClr val="accent5"/>
            </a:solidFill>
            <a:prstDash val="solid"/>
            <a:round/>
            <a:headEnd len="med" w="med" type="none"/>
            <a:tailEnd len="med" w="med" type="none"/>
          </a:ln>
        </p:spPr>
      </p:cxnSp>
      <p:sp>
        <p:nvSpPr>
          <p:cNvPr id="270" name="Google Shape;270;p31"/>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3">
  <p:cSld name="BLANK_1_1_1_1_2_2_3_1_1">
    <p:bg>
      <p:bgPr>
        <a:solidFill>
          <a:schemeClr val="lt2"/>
        </a:solidFill>
      </p:bgPr>
    </p:bg>
    <p:spTree>
      <p:nvGrpSpPr>
        <p:cNvPr id="271" name="Shape 271"/>
        <p:cNvGrpSpPr/>
        <p:nvPr/>
      </p:nvGrpSpPr>
      <p:grpSpPr>
        <a:xfrm>
          <a:off x="0" y="0"/>
          <a:ext cx="0" cy="0"/>
          <a:chOff x="0" y="0"/>
          <a:chExt cx="0" cy="0"/>
        </a:xfrm>
      </p:grpSpPr>
      <p:sp>
        <p:nvSpPr>
          <p:cNvPr id="272" name="Google Shape;272;p3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3" name="Google Shape;273;p3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4" name="Google Shape;274;p3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32"/>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76" name="Google Shape;276;p32"/>
          <p:cNvSpPr txBox="1"/>
          <p:nvPr>
            <p:ph idx="3" type="subTitle"/>
          </p:nvPr>
        </p:nvSpPr>
        <p:spPr>
          <a:xfrm>
            <a:off x="2623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77" name="Google Shape;277;p32"/>
          <p:cNvSpPr txBox="1"/>
          <p:nvPr>
            <p:ph idx="4" type="subTitle"/>
          </p:nvPr>
        </p:nvSpPr>
        <p:spPr>
          <a:xfrm>
            <a:off x="3519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78" name="Google Shape;278;p32"/>
          <p:cNvSpPr txBox="1"/>
          <p:nvPr>
            <p:ph idx="5" type="subTitle"/>
          </p:nvPr>
        </p:nvSpPr>
        <p:spPr>
          <a:xfrm>
            <a:off x="44147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79" name="Google Shape;279;p32"/>
          <p:cNvSpPr txBox="1"/>
          <p:nvPr>
            <p:ph idx="6" type="subTitle"/>
          </p:nvPr>
        </p:nvSpPr>
        <p:spPr>
          <a:xfrm>
            <a:off x="53103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0" name="Google Shape;280;p32"/>
          <p:cNvSpPr txBox="1"/>
          <p:nvPr>
            <p:ph idx="7" type="subTitle"/>
          </p:nvPr>
        </p:nvSpPr>
        <p:spPr>
          <a:xfrm>
            <a:off x="62059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1" name="Google Shape;281;p32"/>
          <p:cNvSpPr txBox="1"/>
          <p:nvPr>
            <p:ph idx="8" type="subTitle"/>
          </p:nvPr>
        </p:nvSpPr>
        <p:spPr>
          <a:xfrm>
            <a:off x="7101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2" name="Google Shape;282;p32"/>
          <p:cNvSpPr txBox="1"/>
          <p:nvPr>
            <p:ph idx="9" type="subTitle"/>
          </p:nvPr>
        </p:nvSpPr>
        <p:spPr>
          <a:xfrm>
            <a:off x="7997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3" name="Google Shape;283;p32"/>
          <p:cNvSpPr txBox="1"/>
          <p:nvPr>
            <p:ph idx="13" type="subTitle"/>
          </p:nvPr>
        </p:nvSpPr>
        <p:spPr>
          <a:xfrm>
            <a:off x="430525" y="155132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4" name="Google Shape;284;p32"/>
          <p:cNvSpPr txBox="1"/>
          <p:nvPr>
            <p:ph idx="14" type="subTitle"/>
          </p:nvPr>
        </p:nvSpPr>
        <p:spPr>
          <a:xfrm>
            <a:off x="430525" y="181725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5" name="Google Shape;285;p32"/>
          <p:cNvSpPr txBox="1"/>
          <p:nvPr>
            <p:ph idx="15" type="subTitle"/>
          </p:nvPr>
        </p:nvSpPr>
        <p:spPr>
          <a:xfrm>
            <a:off x="430525" y="208318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6" name="Google Shape;286;p32"/>
          <p:cNvSpPr txBox="1"/>
          <p:nvPr>
            <p:ph idx="16" type="subTitle"/>
          </p:nvPr>
        </p:nvSpPr>
        <p:spPr>
          <a:xfrm>
            <a:off x="430525" y="234911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7" name="Google Shape;287;p32"/>
          <p:cNvSpPr txBox="1"/>
          <p:nvPr>
            <p:ph idx="17" type="subTitle"/>
          </p:nvPr>
        </p:nvSpPr>
        <p:spPr>
          <a:xfrm>
            <a:off x="430525" y="261504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8" name="Google Shape;288;p32"/>
          <p:cNvSpPr txBox="1"/>
          <p:nvPr>
            <p:ph idx="18" type="subTitle"/>
          </p:nvPr>
        </p:nvSpPr>
        <p:spPr>
          <a:xfrm>
            <a:off x="430525" y="288097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9" name="Google Shape;289;p32"/>
          <p:cNvSpPr txBox="1"/>
          <p:nvPr>
            <p:ph idx="19" type="subTitle"/>
          </p:nvPr>
        </p:nvSpPr>
        <p:spPr>
          <a:xfrm>
            <a:off x="430525" y="314690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0" name="Google Shape;290;p32"/>
          <p:cNvSpPr txBox="1"/>
          <p:nvPr>
            <p:ph idx="20" type="subTitle"/>
          </p:nvPr>
        </p:nvSpPr>
        <p:spPr>
          <a:xfrm>
            <a:off x="430525" y="341283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1" name="Google Shape;291;p32"/>
          <p:cNvSpPr txBox="1"/>
          <p:nvPr>
            <p:ph idx="21" type="subTitle"/>
          </p:nvPr>
        </p:nvSpPr>
        <p:spPr>
          <a:xfrm>
            <a:off x="430525" y="367876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2" name="Google Shape;292;p32"/>
          <p:cNvSpPr txBox="1"/>
          <p:nvPr>
            <p:ph idx="22" type="subTitle"/>
          </p:nvPr>
        </p:nvSpPr>
        <p:spPr>
          <a:xfrm>
            <a:off x="430525" y="394469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3" name="Google Shape;293;p32"/>
          <p:cNvSpPr txBox="1"/>
          <p:nvPr>
            <p:ph idx="23" type="subTitle"/>
          </p:nvPr>
        </p:nvSpPr>
        <p:spPr>
          <a:xfrm>
            <a:off x="430525" y="421062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4" name="Google Shape;294;p32"/>
          <p:cNvSpPr txBox="1"/>
          <p:nvPr>
            <p:ph idx="24" type="subTitle"/>
          </p:nvPr>
        </p:nvSpPr>
        <p:spPr>
          <a:xfrm>
            <a:off x="430525" y="447655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1">
  <p:cSld name="BLANK_1_1_1_1_2_2_2">
    <p:bg>
      <p:bgPr>
        <a:blipFill>
          <a:blip r:embed="rId2">
            <a:alphaModFix/>
          </a:blip>
          <a:stretch>
            <a:fillRect/>
          </a:stretch>
        </a:blipFill>
      </p:bgPr>
    </p:bg>
    <p:spTree>
      <p:nvGrpSpPr>
        <p:cNvPr id="295" name="Shape 295"/>
        <p:cNvGrpSpPr/>
        <p:nvPr/>
      </p:nvGrpSpPr>
      <p:grpSpPr>
        <a:xfrm>
          <a:off x="0" y="0"/>
          <a:ext cx="0" cy="0"/>
          <a:chOff x="0" y="0"/>
          <a:chExt cx="0" cy="0"/>
        </a:xfrm>
      </p:grpSpPr>
      <p:sp>
        <p:nvSpPr>
          <p:cNvPr id="296" name="Google Shape;296;p33"/>
          <p:cNvSpPr/>
          <p:nvPr>
            <p:ph idx="2" type="pic"/>
          </p:nvPr>
        </p:nvSpPr>
        <p:spPr>
          <a:xfrm>
            <a:off x="284700" y="1440150"/>
            <a:ext cx="605100" cy="1413900"/>
          </a:xfrm>
          <a:prstGeom prst="roundRect">
            <a:avLst>
              <a:gd fmla="val 50000" name="adj"/>
            </a:avLst>
          </a:prstGeom>
          <a:noFill/>
          <a:ln>
            <a:noFill/>
          </a:ln>
        </p:spPr>
      </p:sp>
      <p:sp>
        <p:nvSpPr>
          <p:cNvPr id="297" name="Google Shape;297;p33"/>
          <p:cNvSpPr/>
          <p:nvPr>
            <p:ph idx="3" type="pic"/>
          </p:nvPr>
        </p:nvSpPr>
        <p:spPr>
          <a:xfrm>
            <a:off x="1002300" y="1440150"/>
            <a:ext cx="2055000" cy="1413900"/>
          </a:xfrm>
          <a:prstGeom prst="roundRect">
            <a:avLst>
              <a:gd fmla="val 16960" name="adj"/>
            </a:avLst>
          </a:prstGeom>
          <a:noFill/>
          <a:ln>
            <a:noFill/>
          </a:ln>
        </p:spPr>
      </p:sp>
      <p:sp>
        <p:nvSpPr>
          <p:cNvPr id="298" name="Google Shape;298;p33"/>
          <p:cNvSpPr/>
          <p:nvPr>
            <p:ph idx="4" type="pic"/>
          </p:nvPr>
        </p:nvSpPr>
        <p:spPr>
          <a:xfrm>
            <a:off x="3185700" y="1440150"/>
            <a:ext cx="605100" cy="1413900"/>
          </a:xfrm>
          <a:prstGeom prst="roundRect">
            <a:avLst>
              <a:gd fmla="val 50000" name="adj"/>
            </a:avLst>
          </a:prstGeom>
          <a:noFill/>
          <a:ln>
            <a:noFill/>
          </a:ln>
        </p:spPr>
      </p:sp>
      <p:sp>
        <p:nvSpPr>
          <p:cNvPr id="299" name="Google Shape;299;p33"/>
          <p:cNvSpPr/>
          <p:nvPr>
            <p:ph idx="5" type="pic"/>
          </p:nvPr>
        </p:nvSpPr>
        <p:spPr>
          <a:xfrm>
            <a:off x="3903300" y="1440150"/>
            <a:ext cx="2055000" cy="1413900"/>
          </a:xfrm>
          <a:prstGeom prst="roundRect">
            <a:avLst>
              <a:gd fmla="val 16960" name="adj"/>
            </a:avLst>
          </a:prstGeom>
          <a:noFill/>
          <a:ln>
            <a:noFill/>
          </a:ln>
        </p:spPr>
      </p:sp>
      <p:sp>
        <p:nvSpPr>
          <p:cNvPr id="300" name="Google Shape;300;p33"/>
          <p:cNvSpPr/>
          <p:nvPr>
            <p:ph idx="6" type="pic"/>
          </p:nvPr>
        </p:nvSpPr>
        <p:spPr>
          <a:xfrm>
            <a:off x="6086700" y="1440150"/>
            <a:ext cx="605100" cy="1413900"/>
          </a:xfrm>
          <a:prstGeom prst="roundRect">
            <a:avLst>
              <a:gd fmla="val 50000" name="adj"/>
            </a:avLst>
          </a:prstGeom>
          <a:noFill/>
          <a:ln>
            <a:noFill/>
          </a:ln>
        </p:spPr>
      </p:sp>
      <p:sp>
        <p:nvSpPr>
          <p:cNvPr id="301" name="Google Shape;301;p33"/>
          <p:cNvSpPr/>
          <p:nvPr>
            <p:ph idx="7" type="pic"/>
          </p:nvPr>
        </p:nvSpPr>
        <p:spPr>
          <a:xfrm>
            <a:off x="6804300" y="1440150"/>
            <a:ext cx="2055000" cy="1413900"/>
          </a:xfrm>
          <a:prstGeom prst="roundRect">
            <a:avLst>
              <a:gd fmla="val 16960" name="adj"/>
            </a:avLst>
          </a:prstGeom>
          <a:noFill/>
          <a:ln>
            <a:noFill/>
          </a:ln>
        </p:spPr>
      </p:sp>
      <p:sp>
        <p:nvSpPr>
          <p:cNvPr id="302" name="Google Shape;302;p33"/>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303" name="Google Shape;303;p33"/>
          <p:cNvSpPr txBox="1"/>
          <p:nvPr>
            <p:ph idx="1" type="body"/>
          </p:nvPr>
        </p:nvSpPr>
        <p:spPr>
          <a:xfrm>
            <a:off x="284700" y="3817800"/>
            <a:ext cx="2772600" cy="10422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4" name="Google Shape;304;p33"/>
          <p:cNvSpPr txBox="1"/>
          <p:nvPr>
            <p:ph idx="8" type="subTitle"/>
          </p:nvPr>
        </p:nvSpPr>
        <p:spPr>
          <a:xfrm>
            <a:off x="284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305" name="Google Shape;305;p33"/>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06" name="Google Shape;306;p33"/>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07" name="Google Shape;307;p3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08" name="Google Shape;308;p33"/>
          <p:cNvSpPr txBox="1"/>
          <p:nvPr>
            <p:ph idx="14" type="body"/>
          </p:nvPr>
        </p:nvSpPr>
        <p:spPr>
          <a:xfrm>
            <a:off x="3185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09" name="Google Shape;309;p33"/>
          <p:cNvSpPr txBox="1"/>
          <p:nvPr>
            <p:ph idx="15" type="subTitle"/>
          </p:nvPr>
        </p:nvSpPr>
        <p:spPr>
          <a:xfrm>
            <a:off x="3185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310" name="Google Shape;310;p33"/>
          <p:cNvSpPr txBox="1"/>
          <p:nvPr>
            <p:ph idx="16" type="body"/>
          </p:nvPr>
        </p:nvSpPr>
        <p:spPr>
          <a:xfrm>
            <a:off x="6086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11" name="Google Shape;311;p33"/>
          <p:cNvSpPr txBox="1"/>
          <p:nvPr>
            <p:ph idx="17" type="subTitle"/>
          </p:nvPr>
        </p:nvSpPr>
        <p:spPr>
          <a:xfrm>
            <a:off x="6086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text and images">
  <p:cSld name="CUSTOM_15">
    <p:bg>
      <p:bgPr>
        <a:blipFill>
          <a:blip r:embed="rId2">
            <a:alphaModFix/>
          </a:blip>
          <a:stretch>
            <a:fillRect/>
          </a:stretch>
        </a:blipFill>
      </p:bgPr>
    </p:bg>
    <p:spTree>
      <p:nvGrpSpPr>
        <p:cNvPr id="312" name="Shape 312"/>
        <p:cNvGrpSpPr/>
        <p:nvPr/>
      </p:nvGrpSpPr>
      <p:grpSpPr>
        <a:xfrm>
          <a:off x="0" y="0"/>
          <a:ext cx="0" cy="0"/>
          <a:chOff x="0" y="0"/>
          <a:chExt cx="0" cy="0"/>
        </a:xfrm>
      </p:grpSpPr>
      <p:sp>
        <p:nvSpPr>
          <p:cNvPr id="313" name="Google Shape;313;p34"/>
          <p:cNvSpPr/>
          <p:nvPr>
            <p:ph idx="2" type="pic"/>
          </p:nvPr>
        </p:nvSpPr>
        <p:spPr>
          <a:xfrm>
            <a:off x="284700" y="2901150"/>
            <a:ext cx="2772600" cy="1770900"/>
          </a:xfrm>
          <a:prstGeom prst="roundRect">
            <a:avLst>
              <a:gd fmla="val 16667" name="adj"/>
            </a:avLst>
          </a:prstGeom>
          <a:noFill/>
          <a:ln>
            <a:noFill/>
          </a:ln>
        </p:spPr>
      </p:sp>
      <p:sp>
        <p:nvSpPr>
          <p:cNvPr id="314" name="Google Shape;314;p34"/>
          <p:cNvSpPr/>
          <p:nvPr>
            <p:ph idx="3" type="pic"/>
          </p:nvPr>
        </p:nvSpPr>
        <p:spPr>
          <a:xfrm>
            <a:off x="3185800" y="2901150"/>
            <a:ext cx="2772600" cy="1770900"/>
          </a:xfrm>
          <a:prstGeom prst="roundRect">
            <a:avLst>
              <a:gd fmla="val 16667" name="adj"/>
            </a:avLst>
          </a:prstGeom>
          <a:noFill/>
          <a:ln>
            <a:noFill/>
          </a:ln>
        </p:spPr>
      </p:sp>
      <p:sp>
        <p:nvSpPr>
          <p:cNvPr id="315" name="Google Shape;315;p34"/>
          <p:cNvSpPr/>
          <p:nvPr>
            <p:ph idx="4" type="pic"/>
          </p:nvPr>
        </p:nvSpPr>
        <p:spPr>
          <a:xfrm>
            <a:off x="3185800" y="1440150"/>
            <a:ext cx="2772600" cy="1347600"/>
          </a:xfrm>
          <a:prstGeom prst="roundRect">
            <a:avLst>
              <a:gd fmla="val 16667" name="adj"/>
            </a:avLst>
          </a:prstGeom>
          <a:noFill/>
          <a:ln>
            <a:noFill/>
          </a:ln>
        </p:spPr>
      </p:sp>
      <p:sp>
        <p:nvSpPr>
          <p:cNvPr id="316" name="Google Shape;316;p34"/>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7" name="Google Shape;317;p34"/>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8" name="Google Shape;318;p34"/>
          <p:cNvSpPr txBox="1"/>
          <p:nvPr>
            <p:ph idx="6" type="body"/>
          </p:nvPr>
        </p:nvSpPr>
        <p:spPr>
          <a:xfrm>
            <a:off x="284700" y="1440225"/>
            <a:ext cx="2772600" cy="965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319" name="Google Shape;319;p34"/>
          <p:cNvSpPr txBox="1"/>
          <p:nvPr>
            <p:ph idx="7" type="body"/>
          </p:nvPr>
        </p:nvSpPr>
        <p:spPr>
          <a:xfrm>
            <a:off x="6086900" y="3095300"/>
            <a:ext cx="2772600" cy="6555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20" name="Google Shape;320;p34"/>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321" name="Google Shape;321;p34"/>
          <p:cNvSpPr txBox="1"/>
          <p:nvPr>
            <p:ph idx="8" type="subTitle"/>
          </p:nvPr>
        </p:nvSpPr>
        <p:spPr>
          <a:xfrm>
            <a:off x="6084175" y="2787750"/>
            <a:ext cx="2772600" cy="192000"/>
          </a:xfrm>
          <a:prstGeom prst="rect">
            <a:avLst/>
          </a:prstGeom>
        </p:spPr>
        <p:txBody>
          <a:bodyPr anchorCtr="0" anchor="t" bIns="0" lIns="182875" spcFirstLastPara="1" rIns="18287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1pPr>
            <a:lvl2pPr lvl="1">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left box">
  <p:cSld name="BLANK_1_1_1_1_1_1_1_1_1_1_1_1_1_1_1_1_1_1_1_1_2">
    <p:spTree>
      <p:nvGrpSpPr>
        <p:cNvPr id="322" name="Shape 322"/>
        <p:cNvGrpSpPr/>
        <p:nvPr/>
      </p:nvGrpSpPr>
      <p:grpSpPr>
        <a:xfrm>
          <a:off x="0" y="0"/>
          <a:ext cx="0" cy="0"/>
          <a:chOff x="0" y="0"/>
          <a:chExt cx="0" cy="0"/>
        </a:xfrm>
      </p:grpSpPr>
      <p:sp>
        <p:nvSpPr>
          <p:cNvPr id="323" name="Google Shape;323;p35"/>
          <p:cNvSpPr/>
          <p:nvPr>
            <p:ph idx="2" type="pic"/>
          </p:nvPr>
        </p:nvSpPr>
        <p:spPr>
          <a:xfrm>
            <a:off x="-10475" y="0"/>
            <a:ext cx="9167700" cy="5143500"/>
          </a:xfrm>
          <a:prstGeom prst="rect">
            <a:avLst/>
          </a:prstGeom>
          <a:noFill/>
          <a:ln>
            <a:noFill/>
          </a:ln>
        </p:spPr>
      </p:sp>
      <p:sp>
        <p:nvSpPr>
          <p:cNvPr id="324" name="Google Shape;324;p3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5" name="Google Shape;325;p35"/>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6" name="Google Shape;326;p35"/>
          <p:cNvSpPr txBox="1"/>
          <p:nvPr>
            <p:ph idx="4" type="body"/>
          </p:nvPr>
        </p:nvSpPr>
        <p:spPr>
          <a:xfrm>
            <a:off x="284800" y="3713250"/>
            <a:ext cx="4227300" cy="9552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27" name="Google Shape;327;p35"/>
          <p:cNvSpPr txBox="1"/>
          <p:nvPr>
            <p:ph type="title"/>
          </p:nvPr>
        </p:nvSpPr>
        <p:spPr>
          <a:xfrm>
            <a:off x="284700" y="474750"/>
            <a:ext cx="42273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28" name="Google Shape;328;p3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right box ">
  <p:cSld name="BLANK_1_1_1_1_1_1_1_1_1_1_1_1_1_1_1_1_1_1_1_1_2_1">
    <p:spTree>
      <p:nvGrpSpPr>
        <p:cNvPr id="329" name="Shape 329"/>
        <p:cNvGrpSpPr/>
        <p:nvPr/>
      </p:nvGrpSpPr>
      <p:grpSpPr>
        <a:xfrm>
          <a:off x="0" y="0"/>
          <a:ext cx="0" cy="0"/>
          <a:chOff x="0" y="0"/>
          <a:chExt cx="0" cy="0"/>
        </a:xfrm>
      </p:grpSpPr>
      <p:sp>
        <p:nvSpPr>
          <p:cNvPr id="330" name="Google Shape;330;p36"/>
          <p:cNvSpPr/>
          <p:nvPr>
            <p:ph idx="2" type="pic"/>
          </p:nvPr>
        </p:nvSpPr>
        <p:spPr>
          <a:xfrm>
            <a:off x="-10475" y="0"/>
            <a:ext cx="9167700" cy="5143500"/>
          </a:xfrm>
          <a:prstGeom prst="rect">
            <a:avLst/>
          </a:prstGeom>
          <a:noFill/>
          <a:ln>
            <a:noFill/>
          </a:ln>
        </p:spPr>
      </p:sp>
      <p:sp>
        <p:nvSpPr>
          <p:cNvPr id="331" name="Google Shape;331;p36"/>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2" name="Google Shape;332;p36"/>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3" name="Google Shape;333;p36"/>
          <p:cNvSpPr txBox="1"/>
          <p:nvPr>
            <p:ph idx="4" type="body"/>
          </p:nvPr>
        </p:nvSpPr>
        <p:spPr>
          <a:xfrm>
            <a:off x="5078626" y="3728550"/>
            <a:ext cx="3767400" cy="9417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34" name="Google Shape;334;p36"/>
          <p:cNvSpPr txBox="1"/>
          <p:nvPr>
            <p:ph type="title"/>
          </p:nvPr>
        </p:nvSpPr>
        <p:spPr>
          <a:xfrm>
            <a:off x="284700" y="474750"/>
            <a:ext cx="43449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35" name="Google Shape;335;p3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images and blocks">
  <p:cSld name="CUSTOM_7">
    <p:bg>
      <p:bgPr>
        <a:blipFill>
          <a:blip r:embed="rId2">
            <a:alphaModFix/>
          </a:blip>
          <a:stretch>
            <a:fillRect/>
          </a:stretch>
        </a:blipFill>
      </p:bgPr>
    </p:bg>
    <p:spTree>
      <p:nvGrpSpPr>
        <p:cNvPr id="336" name="Shape 336"/>
        <p:cNvGrpSpPr/>
        <p:nvPr/>
      </p:nvGrpSpPr>
      <p:grpSpPr>
        <a:xfrm>
          <a:off x="0" y="0"/>
          <a:ext cx="0" cy="0"/>
          <a:chOff x="0" y="0"/>
          <a:chExt cx="0" cy="0"/>
        </a:xfrm>
      </p:grpSpPr>
      <p:sp>
        <p:nvSpPr>
          <p:cNvPr id="337" name="Google Shape;337;p3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38" name="Google Shape;338;p37"/>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9" name="Google Shape;339;p37"/>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40" name="Google Shape;340;p37"/>
          <p:cNvSpPr txBox="1"/>
          <p:nvPr>
            <p:ph idx="3" type="body"/>
          </p:nvPr>
        </p:nvSpPr>
        <p:spPr>
          <a:xfrm>
            <a:off x="284700" y="1862325"/>
            <a:ext cx="4219200" cy="5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1" name="Google Shape;341;p37"/>
          <p:cNvSpPr/>
          <p:nvPr>
            <p:ph idx="4" type="pic"/>
          </p:nvPr>
        </p:nvSpPr>
        <p:spPr>
          <a:xfrm>
            <a:off x="4623425" y="672675"/>
            <a:ext cx="4247100" cy="1839300"/>
          </a:xfrm>
          <a:prstGeom prst="roundRect">
            <a:avLst>
              <a:gd fmla="val 14674" name="adj"/>
            </a:avLst>
          </a:prstGeom>
          <a:noFill/>
          <a:ln>
            <a:noFill/>
          </a:ln>
        </p:spPr>
      </p:sp>
      <p:sp>
        <p:nvSpPr>
          <p:cNvPr id="342" name="Google Shape;342;p37"/>
          <p:cNvSpPr/>
          <p:nvPr>
            <p:ph idx="5" type="pic"/>
          </p:nvPr>
        </p:nvSpPr>
        <p:spPr>
          <a:xfrm>
            <a:off x="4623425" y="2629425"/>
            <a:ext cx="4227600" cy="1074000"/>
          </a:xfrm>
          <a:prstGeom prst="roundRect">
            <a:avLst>
              <a:gd fmla="val 50000" name="adj"/>
            </a:avLst>
          </a:prstGeom>
          <a:noFill/>
          <a:ln>
            <a:noFill/>
          </a:ln>
        </p:spPr>
      </p:sp>
      <p:sp>
        <p:nvSpPr>
          <p:cNvPr id="343" name="Google Shape;343;p37"/>
          <p:cNvSpPr txBox="1"/>
          <p:nvPr>
            <p:ph idx="6" type="body"/>
          </p:nvPr>
        </p:nvSpPr>
        <p:spPr>
          <a:xfrm>
            <a:off x="4627625" y="4055988"/>
            <a:ext cx="4219200" cy="612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Font typeface="Instrument Sans"/>
              <a:buChar char="●"/>
              <a:defRPr/>
            </a:lvl1pPr>
            <a:lvl2pPr indent="-292100" lvl="1" marL="914400">
              <a:spcBef>
                <a:spcPts val="800"/>
              </a:spcBef>
              <a:spcAft>
                <a:spcPts val="0"/>
              </a:spcAft>
              <a:buSzPts val="1000"/>
              <a:buFont typeface="Instrument Sans"/>
              <a:buChar char="○"/>
              <a:defRPr/>
            </a:lvl2pPr>
            <a:lvl3pPr indent="-292100" lvl="2" marL="1371600">
              <a:spcBef>
                <a:spcPts val="800"/>
              </a:spcBef>
              <a:spcAft>
                <a:spcPts val="0"/>
              </a:spcAft>
              <a:buSzPts val="1000"/>
              <a:buFont typeface="Instrument Sans"/>
              <a:buChar char="■"/>
              <a:defRPr/>
            </a:lvl3pPr>
            <a:lvl4pPr indent="-292100" lvl="3" marL="1828800">
              <a:spcBef>
                <a:spcPts val="800"/>
              </a:spcBef>
              <a:spcAft>
                <a:spcPts val="0"/>
              </a:spcAft>
              <a:buSzPts val="1000"/>
              <a:buFont typeface="Instrument Sans"/>
              <a:buChar char="●"/>
              <a:defRPr/>
            </a:lvl4pPr>
            <a:lvl5pPr indent="-292100" lvl="4" marL="2286000">
              <a:spcBef>
                <a:spcPts val="800"/>
              </a:spcBef>
              <a:spcAft>
                <a:spcPts val="0"/>
              </a:spcAft>
              <a:buSzPts val="1000"/>
              <a:buFont typeface="Instrument Sans"/>
              <a:buChar char="○"/>
              <a:defRPr/>
            </a:lvl5pPr>
            <a:lvl6pPr indent="-292100" lvl="5" marL="2743200">
              <a:spcBef>
                <a:spcPts val="800"/>
              </a:spcBef>
              <a:spcAft>
                <a:spcPts val="0"/>
              </a:spcAft>
              <a:buSzPts val="1000"/>
              <a:buFont typeface="Instrument Sans"/>
              <a:buChar char="■"/>
              <a:defRPr/>
            </a:lvl6pPr>
            <a:lvl7pPr indent="-292100" lvl="6" marL="3200400">
              <a:spcBef>
                <a:spcPts val="800"/>
              </a:spcBef>
              <a:spcAft>
                <a:spcPts val="0"/>
              </a:spcAft>
              <a:buSzPts val="1000"/>
              <a:buFont typeface="Instrument Sans"/>
              <a:buChar char="●"/>
              <a:defRPr/>
            </a:lvl7pPr>
            <a:lvl8pPr indent="-292100" lvl="7" marL="3657600">
              <a:spcBef>
                <a:spcPts val="800"/>
              </a:spcBef>
              <a:spcAft>
                <a:spcPts val="0"/>
              </a:spcAft>
              <a:buSzPts val="1000"/>
              <a:buFont typeface="Instrument Sans"/>
              <a:buChar char="○"/>
              <a:defRPr/>
            </a:lvl8pPr>
            <a:lvl9pPr indent="-292100" lvl="8" marL="4114800">
              <a:spcBef>
                <a:spcPts val="800"/>
              </a:spcBef>
              <a:spcAft>
                <a:spcPts val="800"/>
              </a:spcAft>
              <a:buSzPts val="1000"/>
              <a:buFont typeface="Instrument Sans"/>
              <a:buChar char="■"/>
              <a:defRPr/>
            </a:lvl9pPr>
          </a:lstStyle>
          <a:p/>
        </p:txBody>
      </p:sp>
      <p:sp>
        <p:nvSpPr>
          <p:cNvPr id="344" name="Google Shape;344;p37"/>
          <p:cNvSpPr txBox="1"/>
          <p:nvPr>
            <p:ph idx="7" type="body"/>
          </p:nvPr>
        </p:nvSpPr>
        <p:spPr>
          <a:xfrm>
            <a:off x="2450475" y="3154450"/>
            <a:ext cx="2055000" cy="546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5" name="Google Shape;345;p37"/>
          <p:cNvSpPr txBox="1"/>
          <p:nvPr>
            <p:ph idx="8" type="body"/>
          </p:nvPr>
        </p:nvSpPr>
        <p:spPr>
          <a:xfrm>
            <a:off x="284700" y="3154450"/>
            <a:ext cx="2051400" cy="549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6" name="Google Shape;346;p37"/>
          <p:cNvSpPr txBox="1"/>
          <p:nvPr>
            <p:ph type="title"/>
          </p:nvPr>
        </p:nvSpPr>
        <p:spPr>
          <a:xfrm>
            <a:off x="284700" y="672675"/>
            <a:ext cx="4219200" cy="767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47" name="Google Shape;347;p37"/>
          <p:cNvSpPr txBox="1"/>
          <p:nvPr>
            <p:ph idx="9" type="subTitle"/>
          </p:nvPr>
        </p:nvSpPr>
        <p:spPr>
          <a:xfrm>
            <a:off x="284700"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
        <p:nvSpPr>
          <p:cNvPr id="348" name="Google Shape;348;p37"/>
          <p:cNvSpPr txBox="1"/>
          <p:nvPr>
            <p:ph idx="13" type="subTitle"/>
          </p:nvPr>
        </p:nvSpPr>
        <p:spPr>
          <a:xfrm>
            <a:off x="2454069"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p:cSld name="CUSTOM_8">
    <p:spTree>
      <p:nvGrpSpPr>
        <p:cNvPr id="349" name="Shape 349"/>
        <p:cNvGrpSpPr/>
        <p:nvPr/>
      </p:nvGrpSpPr>
      <p:grpSpPr>
        <a:xfrm>
          <a:off x="0" y="0"/>
          <a:ext cx="0" cy="0"/>
          <a:chOff x="0" y="0"/>
          <a:chExt cx="0" cy="0"/>
        </a:xfrm>
      </p:grpSpPr>
      <p:sp>
        <p:nvSpPr>
          <p:cNvPr id="350" name="Google Shape;350;p38"/>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51" name="Google Shape;351;p38"/>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52" name="Google Shape;352;p38"/>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53" name="Google Shape;353;p38"/>
          <p:cNvSpPr/>
          <p:nvPr>
            <p:ph idx="3" type="pic"/>
          </p:nvPr>
        </p:nvSpPr>
        <p:spPr>
          <a:xfrm>
            <a:off x="6806700" y="1335775"/>
            <a:ext cx="1821600" cy="2563500"/>
          </a:xfrm>
          <a:prstGeom prst="roundRect">
            <a:avLst>
              <a:gd fmla="val 13098" name="adj"/>
            </a:avLst>
          </a:prstGeom>
          <a:noFill/>
          <a:ln>
            <a:noFill/>
          </a:ln>
        </p:spPr>
      </p:sp>
      <p:sp>
        <p:nvSpPr>
          <p:cNvPr id="354" name="Google Shape;354;p38"/>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55" name="Google Shape;355;p38"/>
          <p:cNvSpPr txBox="1"/>
          <p:nvPr>
            <p:ph idx="4"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56" name="Google Shape;356;p38"/>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57" name="Google Shape;357;p38"/>
          <p:cNvSpPr txBox="1"/>
          <p:nvPr>
            <p:ph idx="6"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58" name="Google Shape;358;p38"/>
          <p:cNvSpPr txBox="1"/>
          <p:nvPr>
            <p:ph idx="7"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59" name="Google Shape;359;p3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2">
  <p:cSld name="CUSTOM_8_1">
    <p:spTree>
      <p:nvGrpSpPr>
        <p:cNvPr id="360" name="Shape 360"/>
        <p:cNvGrpSpPr/>
        <p:nvPr/>
      </p:nvGrpSpPr>
      <p:grpSpPr>
        <a:xfrm>
          <a:off x="0" y="0"/>
          <a:ext cx="0" cy="0"/>
          <a:chOff x="0" y="0"/>
          <a:chExt cx="0" cy="0"/>
        </a:xfrm>
      </p:grpSpPr>
      <p:sp>
        <p:nvSpPr>
          <p:cNvPr id="361" name="Google Shape;361;p39"/>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62" name="Google Shape;362;p39"/>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63" name="Google Shape;363;p39"/>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64" name="Google Shape;364;p39"/>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65" name="Google Shape;365;p39"/>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66" name="Google Shape;366;p39"/>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67" name="Google Shape;367;p39"/>
          <p:cNvSpPr txBox="1"/>
          <p:nvPr>
            <p:ph idx="5"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68" name="Google Shape;368;p39"/>
          <p:cNvSpPr txBox="1"/>
          <p:nvPr>
            <p:ph idx="6"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69" name="Google Shape;369;p3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and image">
  <p:cSld name="CUSTOM">
    <p:spTree>
      <p:nvGrpSpPr>
        <p:cNvPr id="370" name="Shape 370"/>
        <p:cNvGrpSpPr/>
        <p:nvPr/>
      </p:nvGrpSpPr>
      <p:grpSpPr>
        <a:xfrm>
          <a:off x="0" y="0"/>
          <a:ext cx="0" cy="0"/>
          <a:chOff x="0" y="0"/>
          <a:chExt cx="0" cy="0"/>
        </a:xfrm>
      </p:grpSpPr>
      <p:sp>
        <p:nvSpPr>
          <p:cNvPr id="371" name="Google Shape;371;p40"/>
          <p:cNvSpPr/>
          <p:nvPr/>
        </p:nvSpPr>
        <p:spPr>
          <a:xfrm>
            <a:off x="6084175" y="474900"/>
            <a:ext cx="2771400" cy="4193700"/>
          </a:xfrm>
          <a:prstGeom prst="roundRect">
            <a:avLst>
              <a:gd fmla="val 733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72" name="Google Shape;372;p4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73" name="Google Shape;373;p40"/>
          <p:cNvSpPr/>
          <p:nvPr/>
        </p:nvSpPr>
        <p:spPr>
          <a:xfrm>
            <a:off x="288400" y="474900"/>
            <a:ext cx="5670000" cy="4193700"/>
          </a:xfrm>
          <a:prstGeom prst="roundRect">
            <a:avLst>
              <a:gd fmla="val 407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74" name="Google Shape;374;p40"/>
          <p:cNvSpPr/>
          <p:nvPr/>
        </p:nvSpPr>
        <p:spPr>
          <a:xfrm>
            <a:off x="567700"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5" name="Google Shape;375;p40"/>
          <p:cNvSpPr/>
          <p:nvPr/>
        </p:nvSpPr>
        <p:spPr>
          <a:xfrm>
            <a:off x="1679742"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6" name="Google Shape;376;p40"/>
          <p:cNvSpPr/>
          <p:nvPr/>
        </p:nvSpPr>
        <p:spPr>
          <a:xfrm>
            <a:off x="2791783"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7" name="Google Shape;377;p40"/>
          <p:cNvSpPr txBox="1"/>
          <p:nvPr>
            <p:ph type="title"/>
          </p:nvPr>
        </p:nvSpPr>
        <p:spPr>
          <a:xfrm>
            <a:off x="586125" y="745875"/>
            <a:ext cx="4471200" cy="942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78" name="Google Shape;378;p40"/>
          <p:cNvSpPr txBox="1"/>
          <p:nvPr>
            <p:ph idx="1" type="body"/>
          </p:nvPr>
        </p:nvSpPr>
        <p:spPr>
          <a:xfrm>
            <a:off x="6379950" y="3477525"/>
            <a:ext cx="2121300" cy="9651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79" name="Google Shape;379;p40"/>
          <p:cNvSpPr txBox="1"/>
          <p:nvPr>
            <p:ph idx="2"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0" name="Google Shape;380;p40"/>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1" name="Google Shape;381;p40"/>
          <p:cNvSpPr/>
          <p:nvPr>
            <p:ph idx="4" type="pic"/>
          </p:nvPr>
        </p:nvSpPr>
        <p:spPr>
          <a:xfrm>
            <a:off x="6084175" y="474750"/>
            <a:ext cx="2771400" cy="1458300"/>
          </a:xfrm>
          <a:prstGeom prst="roundRect">
            <a:avLst>
              <a:gd fmla="val 11040" name="adj"/>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4 elements 1">
  <p:cSld name="CUSTOM_10_3">
    <p:bg>
      <p:bgPr>
        <a:solidFill>
          <a:schemeClr val="dk2"/>
        </a:solidFill>
      </p:bgPr>
    </p:bg>
    <p:spTree>
      <p:nvGrpSpPr>
        <p:cNvPr id="382" name="Shape 382"/>
        <p:cNvGrpSpPr/>
        <p:nvPr/>
      </p:nvGrpSpPr>
      <p:grpSpPr>
        <a:xfrm>
          <a:off x="0" y="0"/>
          <a:ext cx="0" cy="0"/>
          <a:chOff x="0" y="0"/>
          <a:chExt cx="0" cy="0"/>
        </a:xfrm>
      </p:grpSpPr>
      <p:pic>
        <p:nvPicPr>
          <p:cNvPr id="383" name="Google Shape;383;p41"/>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384" name="Google Shape;384;p41"/>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5" name="Google Shape;385;p41"/>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6" name="Google Shape;386;p41"/>
          <p:cNvSpPr txBox="1"/>
          <p:nvPr>
            <p:ph type="title"/>
          </p:nvPr>
        </p:nvSpPr>
        <p:spPr>
          <a:xfrm>
            <a:off x="288400" y="476400"/>
            <a:ext cx="2769000" cy="496800"/>
          </a:xfrm>
          <a:prstGeom prst="rect">
            <a:avLst/>
          </a:prstGeom>
        </p:spPr>
        <p:txBody>
          <a:bodyPr anchorCtr="0" anchor="b"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87" name="Google Shape;387;p41"/>
          <p:cNvSpPr txBox="1"/>
          <p:nvPr>
            <p:ph idx="3" type="subTitle"/>
          </p:nvPr>
        </p:nvSpPr>
        <p:spPr>
          <a:xfrm>
            <a:off x="284701" y="171622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88" name="Google Shape;388;p41"/>
          <p:cNvSpPr txBox="1"/>
          <p:nvPr>
            <p:ph idx="4" type="subTitle"/>
          </p:nvPr>
        </p:nvSpPr>
        <p:spPr>
          <a:xfrm>
            <a:off x="1148000" y="171382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89" name="Google Shape;389;p41"/>
          <p:cNvSpPr txBox="1"/>
          <p:nvPr>
            <p:ph idx="5" type="subTitle"/>
          </p:nvPr>
        </p:nvSpPr>
        <p:spPr>
          <a:xfrm>
            <a:off x="5842012" y="171382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0" name="Google Shape;390;p41"/>
          <p:cNvSpPr txBox="1"/>
          <p:nvPr>
            <p:ph idx="6" type="subTitle"/>
          </p:nvPr>
        </p:nvSpPr>
        <p:spPr>
          <a:xfrm>
            <a:off x="284701" y="2506919"/>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1" name="Google Shape;391;p41"/>
          <p:cNvSpPr txBox="1"/>
          <p:nvPr>
            <p:ph idx="7" type="subTitle"/>
          </p:nvPr>
        </p:nvSpPr>
        <p:spPr>
          <a:xfrm>
            <a:off x="1148000" y="2504519"/>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2" name="Google Shape;392;p41"/>
          <p:cNvSpPr txBox="1"/>
          <p:nvPr>
            <p:ph idx="8" type="subTitle"/>
          </p:nvPr>
        </p:nvSpPr>
        <p:spPr>
          <a:xfrm>
            <a:off x="5842012" y="2504519"/>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3" name="Google Shape;393;p41"/>
          <p:cNvSpPr txBox="1"/>
          <p:nvPr>
            <p:ph idx="9" type="subTitle"/>
          </p:nvPr>
        </p:nvSpPr>
        <p:spPr>
          <a:xfrm>
            <a:off x="284701" y="3255713"/>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4" name="Google Shape;394;p41"/>
          <p:cNvSpPr txBox="1"/>
          <p:nvPr>
            <p:ph idx="13" type="subTitle"/>
          </p:nvPr>
        </p:nvSpPr>
        <p:spPr>
          <a:xfrm>
            <a:off x="1148000" y="3253313"/>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5" name="Google Shape;395;p41"/>
          <p:cNvSpPr txBox="1"/>
          <p:nvPr>
            <p:ph idx="14" type="subTitle"/>
          </p:nvPr>
        </p:nvSpPr>
        <p:spPr>
          <a:xfrm>
            <a:off x="5842012" y="3253313"/>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6" name="Google Shape;396;p41"/>
          <p:cNvSpPr txBox="1"/>
          <p:nvPr>
            <p:ph idx="15" type="subTitle"/>
          </p:nvPr>
        </p:nvSpPr>
        <p:spPr>
          <a:xfrm>
            <a:off x="284701" y="402967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7" name="Google Shape;397;p41"/>
          <p:cNvSpPr txBox="1"/>
          <p:nvPr>
            <p:ph idx="16" type="subTitle"/>
          </p:nvPr>
        </p:nvSpPr>
        <p:spPr>
          <a:xfrm>
            <a:off x="1148000" y="402727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8" name="Google Shape;398;p41"/>
          <p:cNvSpPr txBox="1"/>
          <p:nvPr>
            <p:ph idx="17" type="subTitle"/>
          </p:nvPr>
        </p:nvSpPr>
        <p:spPr>
          <a:xfrm>
            <a:off x="5842012" y="402727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9" name="Google Shape;399;p4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0" name="Shape 400"/>
        <p:cNvGrpSpPr/>
        <p:nvPr/>
      </p:nvGrpSpPr>
      <p:grpSpPr>
        <a:xfrm>
          <a:off x="0" y="0"/>
          <a:ext cx="0" cy="0"/>
          <a:chOff x="0" y="0"/>
          <a:chExt cx="0" cy="0"/>
        </a:xfrm>
      </p:grpSpPr>
      <p:sp>
        <p:nvSpPr>
          <p:cNvPr id="401" name="Google Shape;401;p42"/>
          <p:cNvSpPr txBox="1"/>
          <p:nvPr>
            <p:ph type="ctrTitle"/>
          </p:nvPr>
        </p:nvSpPr>
        <p:spPr>
          <a:xfrm>
            <a:off x="311708" y="744575"/>
            <a:ext cx="8520600" cy="2052600"/>
          </a:xfrm>
          <a:prstGeom prst="rect">
            <a:avLst/>
          </a:prstGeom>
        </p:spPr>
        <p:txBody>
          <a:bodyPr anchorCtr="0" anchor="b" bIns="0" lIns="0" spcFirstLastPara="1" rIns="91425"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02" name="Google Shape;402;p4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3" name="Shape 403"/>
        <p:cNvGrpSpPr/>
        <p:nvPr/>
      </p:nvGrpSpPr>
      <p:grpSpPr>
        <a:xfrm>
          <a:off x="0" y="0"/>
          <a:ext cx="0" cy="0"/>
          <a:chOff x="0" y="0"/>
          <a:chExt cx="0" cy="0"/>
        </a:xfrm>
      </p:grpSpPr>
      <p:sp>
        <p:nvSpPr>
          <p:cNvPr id="404" name="Google Shape;404;p43"/>
          <p:cNvSpPr txBox="1"/>
          <p:nvPr>
            <p:ph type="title"/>
          </p:nvPr>
        </p:nvSpPr>
        <p:spPr>
          <a:xfrm>
            <a:off x="311700" y="2150850"/>
            <a:ext cx="8520600" cy="841800"/>
          </a:xfrm>
          <a:prstGeom prst="rect">
            <a:avLst/>
          </a:prstGeom>
        </p:spPr>
        <p:txBody>
          <a:bodyPr anchorCtr="0" anchor="ctr" bIns="0" lIns="0" spcFirstLastPara="1" rIns="91425" wrap="square" tIns="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05" name="Shape 405"/>
        <p:cNvGrpSpPr/>
        <p:nvPr/>
      </p:nvGrpSpPr>
      <p:grpSpPr>
        <a:xfrm>
          <a:off x="0" y="0"/>
          <a:ext cx="0" cy="0"/>
          <a:chOff x="0" y="0"/>
          <a:chExt cx="0" cy="0"/>
        </a:xfrm>
      </p:grpSpPr>
      <p:sp>
        <p:nvSpPr>
          <p:cNvPr id="406" name="Google Shape;406;p44"/>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7" name="Google Shape;407;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8" name="Shape 408"/>
        <p:cNvGrpSpPr/>
        <p:nvPr/>
      </p:nvGrpSpPr>
      <p:grpSpPr>
        <a:xfrm>
          <a:off x="0" y="0"/>
          <a:ext cx="0" cy="0"/>
          <a:chOff x="0" y="0"/>
          <a:chExt cx="0" cy="0"/>
        </a:xfrm>
      </p:grpSpPr>
      <p:sp>
        <p:nvSpPr>
          <p:cNvPr id="409" name="Google Shape;409;p45"/>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0" name="Google Shape;410;p4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1" name="Google Shape;411;p45"/>
          <p:cNvSpPr txBox="1"/>
          <p:nvPr>
            <p:ph idx="2" type="body"/>
          </p:nvPr>
        </p:nvSpPr>
        <p:spPr>
          <a:xfrm>
            <a:off x="4832400" y="1152475"/>
            <a:ext cx="3999900" cy="34164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2" name="Shape 412"/>
        <p:cNvGrpSpPr/>
        <p:nvPr/>
      </p:nvGrpSpPr>
      <p:grpSpPr>
        <a:xfrm>
          <a:off x="0" y="0"/>
          <a:ext cx="0" cy="0"/>
          <a:chOff x="0" y="0"/>
          <a:chExt cx="0" cy="0"/>
        </a:xfrm>
      </p:grpSpPr>
      <p:sp>
        <p:nvSpPr>
          <p:cNvPr id="413" name="Google Shape;413;p46"/>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14" name="Shape 414"/>
        <p:cNvGrpSpPr/>
        <p:nvPr/>
      </p:nvGrpSpPr>
      <p:grpSpPr>
        <a:xfrm>
          <a:off x="0" y="0"/>
          <a:ext cx="0" cy="0"/>
          <a:chOff x="0" y="0"/>
          <a:chExt cx="0" cy="0"/>
        </a:xfrm>
      </p:grpSpPr>
      <p:sp>
        <p:nvSpPr>
          <p:cNvPr id="415" name="Google Shape;415;p47"/>
          <p:cNvSpPr txBox="1"/>
          <p:nvPr>
            <p:ph type="title"/>
          </p:nvPr>
        </p:nvSpPr>
        <p:spPr>
          <a:xfrm>
            <a:off x="311700" y="555600"/>
            <a:ext cx="2808000" cy="755700"/>
          </a:xfrm>
          <a:prstGeom prst="rect">
            <a:avLst/>
          </a:prstGeom>
        </p:spPr>
        <p:txBody>
          <a:bodyPr anchorCtr="0" anchor="b" bIns="0" lIns="0" spcFirstLastPara="1" rIns="91425"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416" name="Google Shape;416;p4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7" name="Shape 417"/>
        <p:cNvGrpSpPr/>
        <p:nvPr/>
      </p:nvGrpSpPr>
      <p:grpSpPr>
        <a:xfrm>
          <a:off x="0" y="0"/>
          <a:ext cx="0" cy="0"/>
          <a:chOff x="0" y="0"/>
          <a:chExt cx="0" cy="0"/>
        </a:xfrm>
      </p:grpSpPr>
      <p:sp>
        <p:nvSpPr>
          <p:cNvPr id="418" name="Google Shape;418;p48"/>
          <p:cNvSpPr txBox="1"/>
          <p:nvPr>
            <p:ph type="title"/>
          </p:nvPr>
        </p:nvSpPr>
        <p:spPr>
          <a:xfrm>
            <a:off x="490250" y="450150"/>
            <a:ext cx="6367800" cy="4090800"/>
          </a:xfrm>
          <a:prstGeom prst="rect">
            <a:avLst/>
          </a:prstGeom>
        </p:spPr>
        <p:txBody>
          <a:bodyPr anchorCtr="0" anchor="ctr" bIns="0" lIns="0" spcFirstLastPara="1" rIns="91425" wrap="square" tIns="0">
            <a:spAutoFit/>
          </a:bodyPr>
          <a:lstStyle>
            <a:lvl1pPr lvl="0">
              <a:spcBef>
                <a:spcPts val="0"/>
              </a:spcBef>
              <a:spcAft>
                <a:spcPts val="0"/>
              </a:spcAft>
              <a:buSzPts val="4800"/>
              <a:buChar char="●"/>
              <a:defRPr/>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19" name="Shape 419"/>
        <p:cNvGrpSpPr/>
        <p:nvPr/>
      </p:nvGrpSpPr>
      <p:grpSpPr>
        <a:xfrm>
          <a:off x="0" y="0"/>
          <a:ext cx="0" cy="0"/>
          <a:chOff x="0" y="0"/>
          <a:chExt cx="0" cy="0"/>
        </a:xfrm>
      </p:grpSpPr>
      <p:sp>
        <p:nvSpPr>
          <p:cNvPr id="420" name="Google Shape;420;p49"/>
          <p:cNvSpPr txBox="1"/>
          <p:nvPr>
            <p:ph type="title"/>
          </p:nvPr>
        </p:nvSpPr>
        <p:spPr>
          <a:xfrm>
            <a:off x="265500" y="1233175"/>
            <a:ext cx="4045200" cy="1482300"/>
          </a:xfrm>
          <a:prstGeom prst="rect">
            <a:avLst/>
          </a:prstGeom>
        </p:spPr>
        <p:txBody>
          <a:bodyPr anchorCtr="0" anchor="b" bIns="0" lIns="0" spcFirstLastPara="1" rIns="91425"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421" name="Google Shape;421;p4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22" name="Google Shape;422;p4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23" name="Shape 423"/>
        <p:cNvGrpSpPr/>
        <p:nvPr/>
      </p:nvGrpSpPr>
      <p:grpSpPr>
        <a:xfrm>
          <a:off x="0" y="0"/>
          <a:ext cx="0" cy="0"/>
          <a:chOff x="0" y="0"/>
          <a:chExt cx="0" cy="0"/>
        </a:xfrm>
      </p:grpSpPr>
      <p:sp>
        <p:nvSpPr>
          <p:cNvPr id="424" name="Google Shape;424;p5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5" name="Shape 425"/>
        <p:cNvGrpSpPr/>
        <p:nvPr/>
      </p:nvGrpSpPr>
      <p:grpSpPr>
        <a:xfrm>
          <a:off x="0" y="0"/>
          <a:ext cx="0" cy="0"/>
          <a:chOff x="0" y="0"/>
          <a:chExt cx="0" cy="0"/>
        </a:xfrm>
      </p:grpSpPr>
      <p:sp>
        <p:nvSpPr>
          <p:cNvPr id="426" name="Google Shape;426;p51"/>
          <p:cNvSpPr txBox="1"/>
          <p:nvPr>
            <p:ph hasCustomPrompt="1" type="title"/>
          </p:nvPr>
        </p:nvSpPr>
        <p:spPr>
          <a:xfrm>
            <a:off x="311700" y="1106125"/>
            <a:ext cx="8520600" cy="1963500"/>
          </a:xfrm>
          <a:prstGeom prst="rect">
            <a:avLst/>
          </a:prstGeom>
        </p:spPr>
        <p:txBody>
          <a:bodyPr anchorCtr="0" anchor="b" bIns="0" lIns="0" spcFirstLastPara="1" rIns="91425"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27" name="Google Shape;427;p5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8" name="Shape 428"/>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9" name="Shape 429"/>
        <p:cNvGrpSpPr/>
        <p:nvPr/>
      </p:nvGrpSpPr>
      <p:grpSpPr>
        <a:xfrm>
          <a:off x="0" y="0"/>
          <a:ext cx="0" cy="0"/>
          <a:chOff x="0" y="0"/>
          <a:chExt cx="0" cy="0"/>
        </a:xfrm>
      </p:grpSpPr>
      <p:sp>
        <p:nvSpPr>
          <p:cNvPr id="430" name="Google Shape;430;p53"/>
          <p:cNvSpPr txBox="1"/>
          <p:nvPr>
            <p:ph type="title"/>
          </p:nvPr>
        </p:nvSpPr>
        <p:spPr>
          <a:xfrm>
            <a:off x="677325" y="1832775"/>
            <a:ext cx="3217200" cy="1484100"/>
          </a:xfrm>
          <a:prstGeom prst="rect">
            <a:avLst/>
          </a:prstGeom>
        </p:spPr>
        <p:txBody>
          <a:bodyPr anchorCtr="0" anchor="ctr" bIns="0" lIns="0" spcFirstLastPara="1" rIns="91425"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4" name="Google Shape;434;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5" name="Google Shape;435;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6" name="Google Shape;436;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7" name="Shape 437"/>
        <p:cNvGrpSpPr/>
        <p:nvPr/>
      </p:nvGrpSpPr>
      <p:grpSpPr>
        <a:xfrm>
          <a:off x="0" y="0"/>
          <a:ext cx="0" cy="0"/>
          <a:chOff x="0" y="0"/>
          <a:chExt cx="0" cy="0"/>
        </a:xfrm>
      </p:grpSpPr>
      <p:sp>
        <p:nvSpPr>
          <p:cNvPr id="438" name="Google Shape;438;p54"/>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9" name="Google Shape;439;p54"/>
          <p:cNvSpPr txBox="1"/>
          <p:nvPr>
            <p:ph idx="1" type="body"/>
          </p:nvPr>
        </p:nvSpPr>
        <p:spPr>
          <a:xfrm>
            <a:off x="311700" y="1152475"/>
            <a:ext cx="4473900" cy="34164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0" name="Google Shape;440;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41" name="Shape 441"/>
        <p:cNvGrpSpPr/>
        <p:nvPr/>
      </p:nvGrpSpPr>
      <p:grpSpPr>
        <a:xfrm>
          <a:off x="0" y="0"/>
          <a:ext cx="0" cy="0"/>
          <a:chOff x="0" y="0"/>
          <a:chExt cx="0" cy="0"/>
        </a:xfrm>
      </p:grpSpPr>
      <p:sp>
        <p:nvSpPr>
          <p:cNvPr id="442" name="Google Shape;442;p55"/>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43" name="Google Shape;443;p55"/>
          <p:cNvSpPr txBox="1"/>
          <p:nvPr>
            <p:ph idx="1" type="body"/>
          </p:nvPr>
        </p:nvSpPr>
        <p:spPr>
          <a:xfrm>
            <a:off x="483150" y="2237788"/>
            <a:ext cx="36198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4" name="Google Shape;444;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6" name="Google Shape;446;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7" name="Shape 447"/>
        <p:cNvGrpSpPr/>
        <p:nvPr/>
      </p:nvGrpSpPr>
      <p:grpSpPr>
        <a:xfrm>
          <a:off x="0" y="0"/>
          <a:ext cx="0" cy="0"/>
          <a:chOff x="0" y="0"/>
          <a:chExt cx="0" cy="0"/>
        </a:xfrm>
      </p:grpSpPr>
      <p:sp>
        <p:nvSpPr>
          <p:cNvPr id="448" name="Google Shape;448;p56"/>
          <p:cNvSpPr txBox="1"/>
          <p:nvPr>
            <p:ph idx="1" type="body"/>
          </p:nvPr>
        </p:nvSpPr>
        <p:spPr>
          <a:xfrm>
            <a:off x="483175" y="2417500"/>
            <a:ext cx="24555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9" name="Google Shape;449;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0" name="Google Shape;450;p56"/>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51" name="Google Shape;451;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2" name="Google Shape;452;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3" name="Google Shape;453;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4" name="Google Shape;454;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66725" y="1759093"/>
            <a:ext cx="3838500" cy="11385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57" name="Google Shape;457;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8" name="Google Shape;458;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9" name="Google Shape;459;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0" name="Google Shape;460;p57"/>
          <p:cNvSpPr txBox="1"/>
          <p:nvPr>
            <p:ph type="title"/>
          </p:nvPr>
        </p:nvSpPr>
        <p:spPr>
          <a:xfrm>
            <a:off x="366750"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61" name="Google Shape;461;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4" name="Google Shape;464;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65" name="Shape 465"/>
        <p:cNvGrpSpPr/>
        <p:nvPr/>
      </p:nvGrpSpPr>
      <p:grpSpPr>
        <a:xfrm>
          <a:off x="0" y="0"/>
          <a:ext cx="0" cy="0"/>
          <a:chOff x="0" y="0"/>
          <a:chExt cx="0" cy="0"/>
        </a:xfrm>
      </p:grpSpPr>
      <p:sp>
        <p:nvSpPr>
          <p:cNvPr id="466" name="Google Shape;466;p58"/>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7" name="Google Shape;467;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8" name="Shape 468"/>
        <p:cNvGrpSpPr/>
        <p:nvPr/>
      </p:nvGrpSpPr>
      <p:grpSpPr>
        <a:xfrm>
          <a:off x="0" y="0"/>
          <a:ext cx="0" cy="0"/>
          <a:chOff x="0" y="0"/>
          <a:chExt cx="0" cy="0"/>
        </a:xfrm>
      </p:grpSpPr>
      <p:sp>
        <p:nvSpPr>
          <p:cNvPr id="469" name="Google Shape;469;p59"/>
          <p:cNvSpPr txBox="1"/>
          <p:nvPr>
            <p:ph idx="1" type="body"/>
          </p:nvPr>
        </p:nvSpPr>
        <p:spPr>
          <a:xfrm>
            <a:off x="311700" y="4080225"/>
            <a:ext cx="4027500" cy="9261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70" name="Google Shape;470;p59"/>
          <p:cNvSpPr/>
          <p:nvPr>
            <p:ph idx="2" type="pic"/>
          </p:nvPr>
        </p:nvSpPr>
        <p:spPr>
          <a:xfrm>
            <a:off x="4804825" y="1133300"/>
            <a:ext cx="4027500" cy="2392800"/>
          </a:xfrm>
          <a:prstGeom prst="rect">
            <a:avLst/>
          </a:prstGeom>
          <a:noFill/>
          <a:ln>
            <a:noFill/>
          </a:ln>
        </p:spPr>
      </p:sp>
      <p:sp>
        <p:nvSpPr>
          <p:cNvPr id="471" name="Google Shape;471;p59"/>
          <p:cNvSpPr/>
          <p:nvPr>
            <p:ph idx="3" type="pic"/>
          </p:nvPr>
        </p:nvSpPr>
        <p:spPr>
          <a:xfrm>
            <a:off x="311725" y="1133300"/>
            <a:ext cx="4027500" cy="2392800"/>
          </a:xfrm>
          <a:prstGeom prst="rect">
            <a:avLst/>
          </a:prstGeom>
          <a:noFill/>
          <a:ln>
            <a:noFill/>
          </a:ln>
        </p:spPr>
      </p:sp>
      <p:sp>
        <p:nvSpPr>
          <p:cNvPr id="472" name="Google Shape;472;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3" name="Google Shape;473;p59"/>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74" name="Google Shape;474;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5" name="Google Shape;475;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6" name="Shape 476"/>
        <p:cNvGrpSpPr/>
        <p:nvPr/>
      </p:nvGrpSpPr>
      <p:grpSpPr>
        <a:xfrm>
          <a:off x="0" y="0"/>
          <a:ext cx="0" cy="0"/>
          <a:chOff x="0" y="0"/>
          <a:chExt cx="0" cy="0"/>
        </a:xfrm>
      </p:grpSpPr>
      <p:sp>
        <p:nvSpPr>
          <p:cNvPr id="477" name="Google Shape;477;p60"/>
          <p:cNvSpPr txBox="1"/>
          <p:nvPr>
            <p:ph idx="1" type="body"/>
          </p:nvPr>
        </p:nvSpPr>
        <p:spPr>
          <a:xfrm>
            <a:off x="311700" y="3911700"/>
            <a:ext cx="2627100" cy="10185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78" name="Google Shape;478;p60"/>
          <p:cNvSpPr/>
          <p:nvPr>
            <p:ph idx="2" type="pic"/>
          </p:nvPr>
        </p:nvSpPr>
        <p:spPr>
          <a:xfrm>
            <a:off x="6205225" y="1128325"/>
            <a:ext cx="2627100" cy="2273100"/>
          </a:xfrm>
          <a:prstGeom prst="rect">
            <a:avLst/>
          </a:prstGeom>
          <a:noFill/>
          <a:ln>
            <a:noFill/>
          </a:ln>
        </p:spPr>
      </p:sp>
      <p:sp>
        <p:nvSpPr>
          <p:cNvPr id="479" name="Google Shape;479;p60"/>
          <p:cNvSpPr/>
          <p:nvPr>
            <p:ph idx="3" type="pic"/>
          </p:nvPr>
        </p:nvSpPr>
        <p:spPr>
          <a:xfrm>
            <a:off x="311725" y="1128325"/>
            <a:ext cx="2627100" cy="2273100"/>
          </a:xfrm>
          <a:prstGeom prst="rect">
            <a:avLst/>
          </a:prstGeom>
          <a:noFill/>
          <a:ln>
            <a:noFill/>
          </a:ln>
        </p:spPr>
      </p:sp>
      <p:sp>
        <p:nvSpPr>
          <p:cNvPr id="480" name="Google Shape;480;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1" name="Google Shape;481;p60"/>
          <p:cNvSpPr/>
          <p:nvPr>
            <p:ph idx="5" type="pic"/>
          </p:nvPr>
        </p:nvSpPr>
        <p:spPr>
          <a:xfrm>
            <a:off x="3255250" y="1128325"/>
            <a:ext cx="2627100" cy="2273100"/>
          </a:xfrm>
          <a:prstGeom prst="rect">
            <a:avLst/>
          </a:prstGeom>
          <a:noFill/>
          <a:ln>
            <a:noFill/>
          </a:ln>
        </p:spPr>
      </p:sp>
      <p:sp>
        <p:nvSpPr>
          <p:cNvPr id="482" name="Google Shape;482;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3" name="Google Shape;483;p60"/>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84" name="Google Shape;484;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5" name="Google Shape;485;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6" name="Google Shape;486;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7" name="Shape 487"/>
        <p:cNvGrpSpPr/>
        <p:nvPr/>
      </p:nvGrpSpPr>
      <p:grpSpPr>
        <a:xfrm>
          <a:off x="0" y="0"/>
          <a:ext cx="0" cy="0"/>
          <a:chOff x="0" y="0"/>
          <a:chExt cx="0" cy="0"/>
        </a:xfrm>
      </p:grpSpPr>
      <p:sp>
        <p:nvSpPr>
          <p:cNvPr id="488" name="Google Shape;488;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89" name="Shape 489"/>
        <p:cNvGrpSpPr/>
        <p:nvPr/>
      </p:nvGrpSpPr>
      <p:grpSpPr>
        <a:xfrm>
          <a:off x="0" y="0"/>
          <a:ext cx="0" cy="0"/>
          <a:chOff x="0" y="0"/>
          <a:chExt cx="0" cy="0"/>
        </a:xfrm>
      </p:grpSpPr>
      <p:sp>
        <p:nvSpPr>
          <p:cNvPr id="490" name="Google Shape;490;p62"/>
          <p:cNvSpPr/>
          <p:nvPr>
            <p:ph idx="2" type="pic"/>
          </p:nvPr>
        </p:nvSpPr>
        <p:spPr>
          <a:xfrm>
            <a:off x="3389600" y="118913"/>
            <a:ext cx="1643700" cy="1535100"/>
          </a:xfrm>
          <a:prstGeom prst="rect">
            <a:avLst/>
          </a:prstGeom>
          <a:noFill/>
          <a:ln>
            <a:noFill/>
          </a:ln>
        </p:spPr>
      </p:sp>
      <p:sp>
        <p:nvSpPr>
          <p:cNvPr id="491" name="Google Shape;491;p62"/>
          <p:cNvSpPr/>
          <p:nvPr>
            <p:ph idx="3" type="pic"/>
          </p:nvPr>
        </p:nvSpPr>
        <p:spPr>
          <a:xfrm>
            <a:off x="5195935" y="118913"/>
            <a:ext cx="1643700" cy="1535100"/>
          </a:xfrm>
          <a:prstGeom prst="rect">
            <a:avLst/>
          </a:prstGeom>
          <a:noFill/>
          <a:ln>
            <a:noFill/>
          </a:ln>
        </p:spPr>
      </p:sp>
      <p:sp>
        <p:nvSpPr>
          <p:cNvPr id="492" name="Google Shape;492;p62"/>
          <p:cNvSpPr/>
          <p:nvPr>
            <p:ph idx="4" type="pic"/>
          </p:nvPr>
        </p:nvSpPr>
        <p:spPr>
          <a:xfrm>
            <a:off x="7002270" y="118913"/>
            <a:ext cx="1643700" cy="1535100"/>
          </a:xfrm>
          <a:prstGeom prst="rect">
            <a:avLst/>
          </a:prstGeom>
          <a:noFill/>
          <a:ln>
            <a:noFill/>
          </a:ln>
        </p:spPr>
      </p:sp>
      <p:sp>
        <p:nvSpPr>
          <p:cNvPr id="493" name="Google Shape;493;p62"/>
          <p:cNvSpPr/>
          <p:nvPr>
            <p:ph idx="5" type="pic"/>
          </p:nvPr>
        </p:nvSpPr>
        <p:spPr>
          <a:xfrm>
            <a:off x="3389588" y="1804212"/>
            <a:ext cx="1643700" cy="1535100"/>
          </a:xfrm>
          <a:prstGeom prst="rect">
            <a:avLst/>
          </a:prstGeom>
          <a:noFill/>
          <a:ln>
            <a:noFill/>
          </a:ln>
        </p:spPr>
      </p:sp>
      <p:sp>
        <p:nvSpPr>
          <p:cNvPr id="494" name="Google Shape;494;p62"/>
          <p:cNvSpPr/>
          <p:nvPr>
            <p:ph idx="6" type="pic"/>
          </p:nvPr>
        </p:nvSpPr>
        <p:spPr>
          <a:xfrm>
            <a:off x="5195922" y="1804212"/>
            <a:ext cx="1643700" cy="1535100"/>
          </a:xfrm>
          <a:prstGeom prst="rect">
            <a:avLst/>
          </a:prstGeom>
          <a:noFill/>
          <a:ln>
            <a:noFill/>
          </a:ln>
        </p:spPr>
      </p:sp>
      <p:sp>
        <p:nvSpPr>
          <p:cNvPr id="495" name="Google Shape;495;p62"/>
          <p:cNvSpPr/>
          <p:nvPr>
            <p:ph idx="7" type="pic"/>
          </p:nvPr>
        </p:nvSpPr>
        <p:spPr>
          <a:xfrm>
            <a:off x="7002257" y="1804212"/>
            <a:ext cx="1643700" cy="1535100"/>
          </a:xfrm>
          <a:prstGeom prst="rect">
            <a:avLst/>
          </a:prstGeom>
          <a:noFill/>
          <a:ln>
            <a:noFill/>
          </a:ln>
        </p:spPr>
      </p:sp>
      <p:sp>
        <p:nvSpPr>
          <p:cNvPr id="496" name="Google Shape;496;p62"/>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97" name="Google Shape;497;p62"/>
          <p:cNvSpPr/>
          <p:nvPr>
            <p:ph idx="8" type="pic"/>
          </p:nvPr>
        </p:nvSpPr>
        <p:spPr>
          <a:xfrm>
            <a:off x="3389588" y="3489487"/>
            <a:ext cx="1643700" cy="1535100"/>
          </a:xfrm>
          <a:prstGeom prst="rect">
            <a:avLst/>
          </a:prstGeom>
          <a:noFill/>
          <a:ln>
            <a:noFill/>
          </a:ln>
        </p:spPr>
      </p:sp>
      <p:sp>
        <p:nvSpPr>
          <p:cNvPr id="498" name="Google Shape;498;p62"/>
          <p:cNvSpPr/>
          <p:nvPr>
            <p:ph idx="9" type="pic"/>
          </p:nvPr>
        </p:nvSpPr>
        <p:spPr>
          <a:xfrm>
            <a:off x="5195922" y="3489487"/>
            <a:ext cx="1643700" cy="1535100"/>
          </a:xfrm>
          <a:prstGeom prst="rect">
            <a:avLst/>
          </a:prstGeom>
          <a:noFill/>
          <a:ln>
            <a:noFill/>
          </a:ln>
        </p:spPr>
      </p:sp>
      <p:sp>
        <p:nvSpPr>
          <p:cNvPr id="499" name="Google Shape;499;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33125"/>
            <a:ext cx="5760600" cy="3460200"/>
          </a:xfrm>
          <a:prstGeom prst="rect">
            <a:avLst/>
          </a:prstGeom>
          <a:noFill/>
          <a:ln>
            <a:noFill/>
          </a:ln>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lnSpc>
                <a:spcPct val="115000"/>
              </a:lnSpc>
              <a:spcBef>
                <a:spcPts val="800"/>
              </a:spcBef>
              <a:spcAft>
                <a:spcPts val="80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
        <p:nvSpPr>
          <p:cNvPr id="52" name="Google Shape;52;p13"/>
          <p:cNvSpPr txBox="1"/>
          <p:nvPr>
            <p:ph type="title"/>
          </p:nvPr>
        </p:nvSpPr>
        <p:spPr>
          <a:xfrm>
            <a:off x="228600" y="256925"/>
            <a:ext cx="8628300" cy="587700"/>
          </a:xfrm>
          <a:prstGeom prst="rect">
            <a:avLst/>
          </a:prstGeom>
          <a:noFill/>
          <a:ln>
            <a:noFill/>
          </a:ln>
        </p:spPr>
        <p:txBody>
          <a:bodyPr anchorCtr="0" anchor="t" bIns="0" lIns="0" spcFirstLastPara="1" rIns="91425" wrap="square" tIns="0">
            <a:spAutoFit/>
          </a:bodyPr>
          <a:lstStyle>
            <a:lvl1pPr lvl="0">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9pPr>
          </a:lstStyle>
          <a:p/>
        </p:txBody>
      </p:sp>
      <p:sp>
        <p:nvSpPr>
          <p:cNvPr id="53" name="Google Shape;53;p13"/>
          <p:cNvSpPr txBox="1"/>
          <p:nvPr>
            <p:ph idx="2" type="body"/>
          </p:nvPr>
        </p:nvSpPr>
        <p:spPr>
          <a:xfrm>
            <a:off x="4028050" y="1866850"/>
            <a:ext cx="3640800" cy="2424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74">
          <p15:clr>
            <a:srgbClr val="E46962"/>
          </p15:clr>
        </p15:guide>
        <p15:guide id="2" pos="1548">
          <p15:clr>
            <a:srgbClr val="E46962"/>
          </p15:clr>
        </p15:guide>
        <p15:guide id="3" pos="2842">
          <p15:clr>
            <a:srgbClr val="E46962"/>
          </p15:clr>
        </p15:guide>
        <p15:guide id="4" pos="2916">
          <p15:clr>
            <a:srgbClr val="E46962"/>
          </p15:clr>
        </p15:guide>
        <p15:guide id="5" pos="4211">
          <p15:clr>
            <a:srgbClr val="E46962"/>
          </p15:clr>
        </p15:guide>
        <p15:guide id="6" pos="4285">
          <p15:clr>
            <a:srgbClr val="E46962"/>
          </p15:clr>
        </p15:guide>
        <p15:guide id="7" pos="1926">
          <p15:clr>
            <a:srgbClr val="E46962"/>
          </p15:clr>
        </p15:guide>
        <p15:guide id="8" pos="2007">
          <p15:clr>
            <a:srgbClr val="E46962"/>
          </p15:clr>
        </p15:guide>
        <p15:guide id="9" pos="3753">
          <p15:clr>
            <a:srgbClr val="E46962"/>
          </p15:clr>
        </p15:guide>
        <p15:guide id="10" pos="3833">
          <p15:clr>
            <a:srgbClr val="E46962"/>
          </p15:clr>
        </p15:guide>
        <p15:guide id="11" orient="horz" pos="299">
          <p15:clr>
            <a:srgbClr val="E46962"/>
          </p15:clr>
        </p15:guide>
        <p15:guide id="12" orient="horz" pos="907">
          <p15:clr>
            <a:srgbClr val="E46962"/>
          </p15:clr>
        </p15:guide>
        <p15:guide id="13" orient="horz" pos="981">
          <p15:clr>
            <a:srgbClr val="E46962"/>
          </p15:clr>
        </p15:guide>
        <p15:guide id="14" orient="horz" pos="1583">
          <p15:clr>
            <a:srgbClr val="E46962"/>
          </p15:clr>
        </p15:guide>
        <p15:guide id="15" orient="horz" pos="1657">
          <p15:clr>
            <a:srgbClr val="E46962"/>
          </p15:clr>
        </p15:guide>
        <p15:guide id="16" orient="horz" pos="2259">
          <p15:clr>
            <a:srgbClr val="E46962"/>
          </p15:clr>
        </p15:guide>
        <p15:guide id="17" orient="horz" pos="2333">
          <p15:clr>
            <a:srgbClr val="E46962"/>
          </p15:clr>
        </p15:guide>
        <p15:guide id="18" orient="horz" pos="2941">
          <p15:clr>
            <a:srgbClr val="E46962"/>
          </p15:clr>
        </p15:guide>
        <p15:guide id="19" pos="179">
          <p15:clr>
            <a:srgbClr val="E46962"/>
          </p15:clr>
        </p15:guide>
        <p15:guide id="20" orient="horz" pos="180">
          <p15:clr>
            <a:srgbClr val="E46962"/>
          </p15:clr>
        </p15:guide>
        <p15:guide id="21" orient="horz" pos="3061">
          <p15:clr>
            <a:srgbClr val="E46962"/>
          </p15:clr>
        </p15:guide>
        <p15:guide id="22" pos="557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28.jp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23.jpg"/><Relationship Id="rId4" Type="http://schemas.openxmlformats.org/officeDocument/2006/relationships/image" Target="../media/image19.png"/><Relationship Id="rId5" Type="http://schemas.openxmlformats.org/officeDocument/2006/relationships/image" Target="../media/image26.png"/><Relationship Id="rId6"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29.jpg"/><Relationship Id="rId4" Type="http://schemas.openxmlformats.org/officeDocument/2006/relationships/image" Target="../media/image21.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25.jp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29.jp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3"/>
          <p:cNvSpPr/>
          <p:nvPr/>
        </p:nvSpPr>
        <p:spPr>
          <a:xfrm>
            <a:off x="2133300" y="4245900"/>
            <a:ext cx="18480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1"/>
                </a:solidFill>
                <a:latin typeface="Instrument Sans Medium"/>
                <a:ea typeface="Instrument Sans Medium"/>
                <a:cs typeface="Instrument Sans Medium"/>
                <a:sym typeface="Instrument Sans Medium"/>
              </a:rPr>
              <a:t>Course: Data 110</a:t>
            </a:r>
            <a:endParaRPr sz="800">
              <a:solidFill>
                <a:schemeClr val="lt1"/>
              </a:solidFill>
              <a:latin typeface="Instrument Sans Medium"/>
              <a:ea typeface="Instrument Sans Medium"/>
              <a:cs typeface="Instrument Sans Medium"/>
              <a:sym typeface="Instrument Sans Medium"/>
            </a:endParaRPr>
          </a:p>
        </p:txBody>
      </p:sp>
      <p:sp>
        <p:nvSpPr>
          <p:cNvPr id="505" name="Google Shape;505;p63"/>
          <p:cNvSpPr/>
          <p:nvPr/>
        </p:nvSpPr>
        <p:spPr>
          <a:xfrm>
            <a:off x="3981899" y="4245900"/>
            <a:ext cx="12936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1"/>
                </a:solidFill>
                <a:latin typeface="Instrument Sans Medium"/>
                <a:ea typeface="Instrument Sans Medium"/>
                <a:cs typeface="Instrument Sans Medium"/>
                <a:sym typeface="Instrument Sans Medium"/>
              </a:rPr>
              <a:t>10/28/26</a:t>
            </a:r>
            <a:endParaRPr sz="800">
              <a:solidFill>
                <a:schemeClr val="lt1"/>
              </a:solidFill>
              <a:latin typeface="Instrument Sans Medium"/>
              <a:ea typeface="Instrument Sans Medium"/>
              <a:cs typeface="Instrument Sans Medium"/>
              <a:sym typeface="Instrument Sans Medium"/>
            </a:endParaRPr>
          </a:p>
        </p:txBody>
      </p:sp>
      <p:sp>
        <p:nvSpPr>
          <p:cNvPr id="506" name="Google Shape;506;p63"/>
          <p:cNvSpPr txBox="1"/>
          <p:nvPr>
            <p:ph type="title"/>
          </p:nvPr>
        </p:nvSpPr>
        <p:spPr>
          <a:xfrm>
            <a:off x="352500" y="1452900"/>
            <a:ext cx="5666400" cy="2355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Project-1</a:t>
            </a:r>
            <a:endParaRPr/>
          </a:p>
          <a:p>
            <a:pPr indent="0" lvl="0" marL="0" rtl="0" algn="l">
              <a:spcBef>
                <a:spcPts val="0"/>
              </a:spcBef>
              <a:spcAft>
                <a:spcPts val="0"/>
              </a:spcAft>
              <a:buNone/>
            </a:pPr>
            <a:r>
              <a:rPr lang="en"/>
              <a:t>Fruit Prices 2023</a:t>
            </a:r>
            <a:endParaRPr/>
          </a:p>
        </p:txBody>
      </p:sp>
      <p:sp>
        <p:nvSpPr>
          <p:cNvPr id="507" name="Google Shape;507;p63"/>
          <p:cNvSpPr/>
          <p:nvPr/>
        </p:nvSpPr>
        <p:spPr>
          <a:xfrm>
            <a:off x="284700" y="4245900"/>
            <a:ext cx="18480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1"/>
                </a:solidFill>
                <a:latin typeface="Instrument Sans Medium"/>
                <a:ea typeface="Instrument Sans Medium"/>
                <a:cs typeface="Instrument Sans Medium"/>
                <a:sym typeface="Instrument Sans Medium"/>
              </a:rPr>
              <a:t>Student: Angela Bonilla</a:t>
            </a:r>
            <a:endParaRPr sz="800">
              <a:solidFill>
                <a:schemeClr val="lt1"/>
              </a:solidFill>
              <a:latin typeface="Instrument Sans Medium"/>
              <a:ea typeface="Instrument Sans Medium"/>
              <a:cs typeface="Instrument Sans Medium"/>
              <a:sym typeface="Instrument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4"/>
          <p:cNvSpPr/>
          <p:nvPr/>
        </p:nvSpPr>
        <p:spPr>
          <a:xfrm>
            <a:off x="4629475" y="474900"/>
            <a:ext cx="4227300" cy="4193700"/>
          </a:xfrm>
          <a:prstGeom prst="roundRect">
            <a:avLst>
              <a:gd fmla="val 4558"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13" name="Google Shape;513;p64"/>
          <p:cNvPicPr preferRelativeResize="0"/>
          <p:nvPr/>
        </p:nvPicPr>
        <p:blipFill>
          <a:blip r:embed="rId3">
            <a:alphaModFix/>
          </a:blip>
          <a:stretch>
            <a:fillRect/>
          </a:stretch>
        </p:blipFill>
        <p:spPr>
          <a:xfrm>
            <a:off x="288399" y="474750"/>
            <a:ext cx="4227300" cy="4194300"/>
          </a:xfrm>
          <a:prstGeom prst="roundRect">
            <a:avLst>
              <a:gd fmla="val 3971" name="adj"/>
            </a:avLst>
          </a:prstGeom>
          <a:noFill/>
          <a:ln>
            <a:noFill/>
          </a:ln>
        </p:spPr>
      </p:pic>
      <p:sp>
        <p:nvSpPr>
          <p:cNvPr id="514" name="Google Shape;514;p64"/>
          <p:cNvSpPr txBox="1"/>
          <p:nvPr/>
        </p:nvSpPr>
        <p:spPr>
          <a:xfrm>
            <a:off x="288350" y="2088525"/>
            <a:ext cx="4227300" cy="1117500"/>
          </a:xfrm>
          <a:prstGeom prst="rect">
            <a:avLst/>
          </a:prstGeom>
          <a:noFill/>
          <a:ln>
            <a:noFill/>
          </a:ln>
        </p:spPr>
        <p:txBody>
          <a:bodyPr anchorCtr="0" anchor="t" bIns="0" lIns="182875" spcFirstLastPara="1" rIns="182875" wrap="square" tIns="0">
            <a:noAutofit/>
          </a:bodyPr>
          <a:lstStyle/>
          <a:p>
            <a:pPr indent="0" lvl="0" marL="0" rtl="0" algn="ctr">
              <a:lnSpc>
                <a:spcPct val="85000"/>
              </a:lnSpc>
              <a:spcBef>
                <a:spcPts val="0"/>
              </a:spcBef>
              <a:spcAft>
                <a:spcPts val="0"/>
              </a:spcAft>
              <a:buNone/>
            </a:pPr>
            <a:r>
              <a:rPr b="1" lang="en" sz="2400">
                <a:solidFill>
                  <a:schemeClr val="lt1"/>
                </a:solidFill>
                <a:latin typeface="Playfair Display"/>
                <a:ea typeface="Playfair Display"/>
                <a:cs typeface="Playfair Display"/>
                <a:sym typeface="Playfair Display"/>
              </a:rPr>
              <a:t>Why this Dataset?</a:t>
            </a:r>
            <a:endParaRPr b="1" sz="1000">
              <a:solidFill>
                <a:schemeClr val="lt1"/>
              </a:solidFill>
              <a:latin typeface="Playfair Display"/>
              <a:ea typeface="Playfair Display"/>
              <a:cs typeface="Playfair Display"/>
              <a:sym typeface="Playfair Display"/>
            </a:endParaRPr>
          </a:p>
        </p:txBody>
      </p:sp>
      <p:sp>
        <p:nvSpPr>
          <p:cNvPr id="515" name="Google Shape;515;p64"/>
          <p:cNvSpPr/>
          <p:nvPr/>
        </p:nvSpPr>
        <p:spPr>
          <a:xfrm>
            <a:off x="624050" y="3898100"/>
            <a:ext cx="35559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1"/>
                </a:solidFill>
                <a:latin typeface="Instrument Sans"/>
                <a:ea typeface="Instrument Sans"/>
                <a:cs typeface="Instrument Sans"/>
                <a:sym typeface="Instrument Sans"/>
              </a:rPr>
              <a:t>Link: https://www.ers.usda.gov/media/6210/all-fruits-average-prices-csv-format.csv?v=60447</a:t>
            </a:r>
            <a:endParaRPr sz="800">
              <a:solidFill>
                <a:schemeClr val="lt1"/>
              </a:solidFill>
              <a:latin typeface="Instrument Sans"/>
              <a:ea typeface="Instrument Sans"/>
              <a:cs typeface="Instrument Sans"/>
              <a:sym typeface="Instrument Sans"/>
            </a:endParaRPr>
          </a:p>
        </p:txBody>
      </p:sp>
      <p:sp>
        <p:nvSpPr>
          <p:cNvPr id="516" name="Google Shape;516;p64"/>
          <p:cNvSpPr txBox="1"/>
          <p:nvPr/>
        </p:nvSpPr>
        <p:spPr>
          <a:xfrm>
            <a:off x="4629475" y="1251600"/>
            <a:ext cx="4227300" cy="2523000"/>
          </a:xfrm>
          <a:prstGeom prst="rect">
            <a:avLst/>
          </a:prstGeom>
          <a:noFill/>
          <a:ln>
            <a:noFill/>
          </a:ln>
        </p:spPr>
        <p:txBody>
          <a:bodyPr anchorCtr="0" anchor="t" bIns="0" lIns="274300" spcFirstLastPara="1" rIns="274300" wrap="square" tIns="0">
            <a:noAutofit/>
          </a:bodyPr>
          <a:lstStyle/>
          <a:p>
            <a:pPr indent="0" lvl="0" marL="0" rtl="0" algn="l">
              <a:lnSpc>
                <a:spcPct val="115000"/>
              </a:lnSpc>
              <a:spcBef>
                <a:spcPts val="0"/>
              </a:spcBef>
              <a:spcAft>
                <a:spcPts val="0"/>
              </a:spcAft>
              <a:buNone/>
            </a:pPr>
            <a:r>
              <a:rPr lang="en" sz="1200">
                <a:latin typeface="Playfair Display"/>
                <a:ea typeface="Playfair Display"/>
                <a:cs typeface="Playfair Display"/>
                <a:sym typeface="Playfair Display"/>
              </a:rPr>
              <a:t>Fruit prices have been known to </a:t>
            </a:r>
            <a:r>
              <a:rPr lang="en" sz="1200">
                <a:latin typeface="Playfair Display"/>
                <a:ea typeface="Playfair Display"/>
                <a:cs typeface="Playfair Display"/>
                <a:sym typeface="Playfair Display"/>
              </a:rPr>
              <a:t>fluctuate</a:t>
            </a:r>
            <a:r>
              <a:rPr lang="en" sz="1200">
                <a:latin typeface="Playfair Display"/>
                <a:ea typeface="Playfair Display"/>
                <a:cs typeface="Playfair Display"/>
                <a:sym typeface="Playfair Display"/>
              </a:rPr>
              <a:t> over the years, but it is an interesting concept to think of what t</a:t>
            </a:r>
            <a:r>
              <a:rPr lang="en" sz="1200">
                <a:latin typeface="Playfair Display"/>
                <a:ea typeface="Playfair Display"/>
                <a:cs typeface="Playfair Display"/>
                <a:sym typeface="Playfair Display"/>
              </a:rPr>
              <a:t>he price of fruit products will be based on the type of fruit and the form in which it is sold (fresh, frozen, canned, dried, juice, etc.). </a:t>
            </a:r>
            <a:r>
              <a:rPr lang="en" sz="1200">
                <a:latin typeface="Playfair Display"/>
                <a:ea typeface="Playfair Display"/>
                <a:cs typeface="Playfair Display"/>
                <a:sym typeface="Playfair Display"/>
              </a:rPr>
              <a:t>This project aims at exploring a 2023 fruit-price dataset and investigating differences in fruit-product costs through visualizations of data. The analysis is based on average price per cup equivalent, providing a common measure to compare the estimated cost of equivalent amounts of fruit. </a:t>
            </a:r>
            <a:endParaRPr sz="1200">
              <a:latin typeface="Playfair Display"/>
              <a:ea typeface="Playfair Display"/>
              <a:cs typeface="Playfair Display"/>
              <a:sym typeface="Playfair Display"/>
            </a:endParaRPr>
          </a:p>
        </p:txBody>
      </p:sp>
      <p:sp>
        <p:nvSpPr>
          <p:cNvPr id="517" name="Google Shape;517;p64"/>
          <p:cNvSpPr txBox="1"/>
          <p:nvPr>
            <p:ph idx="12" type="sldNum"/>
          </p:nvPr>
        </p:nvSpPr>
        <p:spPr>
          <a:xfrm>
            <a:off x="8556779" y="4668600"/>
            <a:ext cx="300000" cy="1968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5"/>
          <p:cNvSpPr/>
          <p:nvPr/>
        </p:nvSpPr>
        <p:spPr>
          <a:xfrm>
            <a:off x="288350" y="474900"/>
            <a:ext cx="4227300" cy="3022200"/>
          </a:xfrm>
          <a:prstGeom prst="roundRect">
            <a:avLst>
              <a:gd fmla="val 4558"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descr="Blurred background of blue sky with clouds (Provided by Getty Images)" id="523" name="Google Shape;523;p65"/>
          <p:cNvPicPr preferRelativeResize="0"/>
          <p:nvPr/>
        </p:nvPicPr>
        <p:blipFill rotWithShape="1">
          <a:blip r:embed="rId3">
            <a:alphaModFix/>
          </a:blip>
          <a:srcRect b="0" l="16410" r="16417" t="0"/>
          <a:stretch/>
        </p:blipFill>
        <p:spPr>
          <a:xfrm>
            <a:off x="4688200" y="474600"/>
            <a:ext cx="4227300" cy="3022200"/>
          </a:xfrm>
          <a:prstGeom prst="roundRect">
            <a:avLst>
              <a:gd fmla="val 3971" name="adj"/>
            </a:avLst>
          </a:prstGeom>
          <a:noFill/>
          <a:ln>
            <a:noFill/>
          </a:ln>
        </p:spPr>
      </p:pic>
      <p:sp>
        <p:nvSpPr>
          <p:cNvPr id="524" name="Google Shape;524;p65"/>
          <p:cNvSpPr txBox="1"/>
          <p:nvPr/>
        </p:nvSpPr>
        <p:spPr>
          <a:xfrm>
            <a:off x="288350" y="707700"/>
            <a:ext cx="4227300" cy="543900"/>
          </a:xfrm>
          <a:prstGeom prst="rect">
            <a:avLst/>
          </a:prstGeom>
          <a:noFill/>
          <a:ln>
            <a:noFill/>
          </a:ln>
        </p:spPr>
        <p:txBody>
          <a:bodyPr anchorCtr="0" anchor="t" bIns="0" lIns="182875" spcFirstLastPara="1" rIns="182875" wrap="square" tIns="0">
            <a:noAutofit/>
          </a:bodyPr>
          <a:lstStyle/>
          <a:p>
            <a:pPr indent="0" lvl="0" marL="0" rtl="0" algn="ctr">
              <a:lnSpc>
                <a:spcPct val="85000"/>
              </a:lnSpc>
              <a:spcBef>
                <a:spcPts val="0"/>
              </a:spcBef>
              <a:spcAft>
                <a:spcPts val="0"/>
              </a:spcAft>
              <a:buNone/>
            </a:pPr>
            <a:r>
              <a:rPr b="1" lang="en" sz="2400">
                <a:solidFill>
                  <a:schemeClr val="lt1"/>
                </a:solidFill>
                <a:latin typeface="Playfair Display"/>
                <a:ea typeface="Playfair Display"/>
                <a:cs typeface="Playfair Display"/>
                <a:sym typeface="Playfair Display"/>
              </a:rPr>
              <a:t>Columns Used</a:t>
            </a:r>
            <a:endParaRPr b="1" sz="1000">
              <a:solidFill>
                <a:schemeClr val="lt1"/>
              </a:solidFill>
              <a:latin typeface="Playfair Display"/>
              <a:ea typeface="Playfair Display"/>
              <a:cs typeface="Playfair Display"/>
              <a:sym typeface="Playfair Display"/>
            </a:endParaRPr>
          </a:p>
        </p:txBody>
      </p:sp>
      <p:sp>
        <p:nvSpPr>
          <p:cNvPr id="525" name="Google Shape;525;p65"/>
          <p:cNvSpPr txBox="1"/>
          <p:nvPr/>
        </p:nvSpPr>
        <p:spPr>
          <a:xfrm>
            <a:off x="4688200" y="1251600"/>
            <a:ext cx="4227300" cy="1500000"/>
          </a:xfrm>
          <a:prstGeom prst="rect">
            <a:avLst/>
          </a:prstGeom>
          <a:noFill/>
          <a:ln>
            <a:noFill/>
          </a:ln>
        </p:spPr>
        <p:txBody>
          <a:bodyPr anchorCtr="0" anchor="t" bIns="0" lIns="274300" spcFirstLastPara="1" rIns="274300" wrap="square" tIns="0">
            <a:noAutofit/>
          </a:bodyPr>
          <a:lstStyle/>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Preparation Yield Factor: What it cost to produce</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Average Retail Price Unit of Measure: Average units measured to produce</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Cup Equivalent Unit of Measure: Units measured in cup.</a:t>
            </a:r>
            <a:endParaRPr sz="1200">
              <a:latin typeface="Playfair Display"/>
              <a:ea typeface="Playfair Display"/>
              <a:cs typeface="Playfair Display"/>
              <a:sym typeface="Playfair Display"/>
            </a:endParaRPr>
          </a:p>
        </p:txBody>
      </p:sp>
      <p:sp>
        <p:nvSpPr>
          <p:cNvPr id="526" name="Google Shape;526;p65"/>
          <p:cNvSpPr txBox="1"/>
          <p:nvPr>
            <p:ph idx="12" type="sldNum"/>
          </p:nvPr>
        </p:nvSpPr>
        <p:spPr>
          <a:xfrm>
            <a:off x="8556779" y="4668600"/>
            <a:ext cx="300000" cy="1968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27" name="Google Shape;527;p65"/>
          <p:cNvSpPr txBox="1"/>
          <p:nvPr/>
        </p:nvSpPr>
        <p:spPr>
          <a:xfrm>
            <a:off x="4688200" y="707700"/>
            <a:ext cx="4227300" cy="543900"/>
          </a:xfrm>
          <a:prstGeom prst="rect">
            <a:avLst/>
          </a:prstGeom>
          <a:noFill/>
          <a:ln>
            <a:noFill/>
          </a:ln>
        </p:spPr>
        <p:txBody>
          <a:bodyPr anchorCtr="0" anchor="t" bIns="0" lIns="182875" spcFirstLastPara="1" rIns="182875" wrap="square" tIns="0">
            <a:noAutofit/>
          </a:bodyPr>
          <a:lstStyle/>
          <a:p>
            <a:pPr indent="0" lvl="0" marL="0" rtl="0" algn="ctr">
              <a:lnSpc>
                <a:spcPct val="85000"/>
              </a:lnSpc>
              <a:spcBef>
                <a:spcPts val="0"/>
              </a:spcBef>
              <a:spcAft>
                <a:spcPts val="0"/>
              </a:spcAft>
              <a:buNone/>
            </a:pPr>
            <a:r>
              <a:rPr b="1" lang="en" sz="2400">
                <a:solidFill>
                  <a:schemeClr val="lt1"/>
                </a:solidFill>
                <a:latin typeface="Playfair Display"/>
                <a:ea typeface="Playfair Display"/>
                <a:cs typeface="Playfair Display"/>
                <a:sym typeface="Playfair Display"/>
              </a:rPr>
              <a:t>Columns Not Used</a:t>
            </a:r>
            <a:endParaRPr b="1" sz="1000">
              <a:solidFill>
                <a:schemeClr val="lt1"/>
              </a:solidFill>
              <a:latin typeface="Playfair Display"/>
              <a:ea typeface="Playfair Display"/>
              <a:cs typeface="Playfair Display"/>
              <a:sym typeface="Playfair Display"/>
            </a:endParaRPr>
          </a:p>
        </p:txBody>
      </p:sp>
      <p:sp>
        <p:nvSpPr>
          <p:cNvPr id="528" name="Google Shape;528;p65"/>
          <p:cNvSpPr txBox="1"/>
          <p:nvPr/>
        </p:nvSpPr>
        <p:spPr>
          <a:xfrm>
            <a:off x="288350" y="1251600"/>
            <a:ext cx="4227300" cy="1922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Fruit: Different fruit variations. 62 total units.</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Form: Fresh, frozen, canned, dried, and juice</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Average Retail Price: Average price when sold to stores in any form</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Size of a Cup Equivalent: Total units in a cup</a:t>
            </a:r>
            <a:endParaRPr sz="1200">
              <a:latin typeface="Playfair Display"/>
              <a:ea typeface="Playfair Display"/>
              <a:cs typeface="Playfair Display"/>
              <a:sym typeface="Playfair Display"/>
            </a:endParaRPr>
          </a:p>
          <a:p>
            <a:pPr indent="-304800" lvl="0" marL="457200" rtl="0" algn="l">
              <a:lnSpc>
                <a:spcPct val="115000"/>
              </a:lnSpc>
              <a:spcBef>
                <a:spcPts val="0"/>
              </a:spcBef>
              <a:spcAft>
                <a:spcPts val="0"/>
              </a:spcAft>
              <a:buSzPts val="1200"/>
              <a:buFont typeface="Playfair Display"/>
              <a:buChar char="●"/>
            </a:pPr>
            <a:r>
              <a:rPr lang="en" sz="1200">
                <a:latin typeface="Playfair Display"/>
                <a:ea typeface="Playfair Display"/>
                <a:cs typeface="Playfair Display"/>
                <a:sym typeface="Playfair Display"/>
              </a:rPr>
              <a:t>Average Price per Cup Equivalent: Overall average price per cup.</a:t>
            </a:r>
            <a:endParaRPr sz="1200">
              <a:latin typeface="Playfair Display"/>
              <a:ea typeface="Playfair Display"/>
              <a:cs typeface="Playfair Display"/>
              <a:sym typeface="Playfair Display"/>
            </a:endParaRPr>
          </a:p>
        </p:txBody>
      </p:sp>
      <p:pic>
        <p:nvPicPr>
          <p:cNvPr id="529" name="Google Shape;529;p65"/>
          <p:cNvPicPr preferRelativeResize="0"/>
          <p:nvPr/>
        </p:nvPicPr>
        <p:blipFill>
          <a:blip r:embed="rId4">
            <a:alphaModFix/>
          </a:blip>
          <a:stretch>
            <a:fillRect/>
          </a:stretch>
        </p:blipFill>
        <p:spPr>
          <a:xfrm>
            <a:off x="402175" y="3869825"/>
            <a:ext cx="8454600" cy="842100"/>
          </a:xfrm>
          <a:prstGeom prst="roundRect">
            <a:avLst>
              <a:gd fmla="val 3971" name="adj"/>
            </a:avLst>
          </a:prstGeom>
          <a:noFill/>
          <a:ln>
            <a:noFill/>
          </a:ln>
        </p:spPr>
      </p:pic>
      <p:sp>
        <p:nvSpPr>
          <p:cNvPr id="530" name="Google Shape;530;p65"/>
          <p:cNvSpPr txBox="1"/>
          <p:nvPr/>
        </p:nvSpPr>
        <p:spPr>
          <a:xfrm>
            <a:off x="557275" y="4121525"/>
            <a:ext cx="8144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Playfair Display"/>
                <a:ea typeface="Playfair Display"/>
                <a:cs typeface="Playfair Display"/>
                <a:sym typeface="Playfair Display"/>
              </a:rPr>
              <a:t>Dataset </a:t>
            </a:r>
            <a:r>
              <a:rPr b="1" lang="en" sz="1000">
                <a:solidFill>
                  <a:schemeClr val="lt1"/>
                </a:solidFill>
                <a:latin typeface="Playfair Display"/>
                <a:ea typeface="Playfair Display"/>
                <a:cs typeface="Playfair Display"/>
                <a:sym typeface="Playfair Display"/>
              </a:rPr>
              <a:t>Research</a:t>
            </a:r>
            <a:r>
              <a:rPr b="1" lang="en" sz="1000">
                <a:solidFill>
                  <a:schemeClr val="lt1"/>
                </a:solidFill>
                <a:latin typeface="Playfair Display"/>
                <a:ea typeface="Playfair Display"/>
                <a:cs typeface="Playfair Display"/>
                <a:sym typeface="Playfair Display"/>
              </a:rPr>
              <a:t> Question</a:t>
            </a:r>
            <a:r>
              <a:rPr lang="en" sz="1000">
                <a:solidFill>
                  <a:schemeClr val="lt1"/>
                </a:solidFill>
                <a:latin typeface="Playfair Display"/>
                <a:ea typeface="Playfair Display"/>
                <a:cs typeface="Playfair Display"/>
                <a:sym typeface="Playfair Display"/>
              </a:rPr>
              <a:t>: How does the form of fruit affect its cost, and which fruit product offers the lowest cost per cup equivalent?</a:t>
            </a:r>
            <a:endParaRPr sz="1000">
              <a:solidFill>
                <a:schemeClr val="lt1"/>
              </a:solidFill>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4" name="Shape 534"/>
        <p:cNvGrpSpPr/>
        <p:nvPr/>
      </p:nvGrpSpPr>
      <p:grpSpPr>
        <a:xfrm>
          <a:off x="0" y="0"/>
          <a:ext cx="0" cy="0"/>
          <a:chOff x="0" y="0"/>
          <a:chExt cx="0" cy="0"/>
        </a:xfrm>
      </p:grpSpPr>
      <p:sp>
        <p:nvSpPr>
          <p:cNvPr id="535" name="Google Shape;535;p66"/>
          <p:cNvSpPr txBox="1"/>
          <p:nvPr/>
        </p:nvSpPr>
        <p:spPr>
          <a:xfrm>
            <a:off x="398325" y="108925"/>
            <a:ext cx="5829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Playfair Display"/>
                <a:ea typeface="Playfair Display"/>
                <a:cs typeface="Playfair Display"/>
                <a:sym typeface="Playfair Display"/>
              </a:rPr>
              <a:t>Line Graph: Average Retail Prices of Fresh, Frozen, Dried, Canned, and Juiced Fruits</a:t>
            </a:r>
            <a:endParaRPr b="1" sz="1800">
              <a:solidFill>
                <a:srgbClr val="E3E3E3"/>
              </a:solidFill>
              <a:highlight>
                <a:srgbClr val="282A2C"/>
              </a:highlight>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Instrument Sans"/>
              <a:ea typeface="Instrument Sans"/>
              <a:cs typeface="Instrument Sans"/>
              <a:sym typeface="Instrument Sans"/>
            </a:endParaRPr>
          </a:p>
        </p:txBody>
      </p:sp>
      <p:pic>
        <p:nvPicPr>
          <p:cNvPr id="536" name="Google Shape;536;p66"/>
          <p:cNvPicPr preferRelativeResize="0"/>
          <p:nvPr/>
        </p:nvPicPr>
        <p:blipFill>
          <a:blip r:embed="rId4">
            <a:alphaModFix/>
          </a:blip>
          <a:stretch>
            <a:fillRect/>
          </a:stretch>
        </p:blipFill>
        <p:spPr>
          <a:xfrm>
            <a:off x="6157575" y="1666900"/>
            <a:ext cx="2842950" cy="1692399"/>
          </a:xfrm>
          <a:prstGeom prst="rect">
            <a:avLst/>
          </a:prstGeom>
          <a:noFill/>
          <a:ln>
            <a:noFill/>
          </a:ln>
        </p:spPr>
      </p:pic>
      <p:pic>
        <p:nvPicPr>
          <p:cNvPr id="537" name="Google Shape;537;p66"/>
          <p:cNvPicPr preferRelativeResize="0"/>
          <p:nvPr/>
        </p:nvPicPr>
        <p:blipFill>
          <a:blip r:embed="rId5">
            <a:alphaModFix/>
          </a:blip>
          <a:stretch>
            <a:fillRect/>
          </a:stretch>
        </p:blipFill>
        <p:spPr>
          <a:xfrm>
            <a:off x="398325" y="3375374"/>
            <a:ext cx="2842950" cy="1649826"/>
          </a:xfrm>
          <a:prstGeom prst="rect">
            <a:avLst/>
          </a:prstGeom>
          <a:noFill/>
          <a:ln>
            <a:noFill/>
          </a:ln>
        </p:spPr>
      </p:pic>
      <p:pic>
        <p:nvPicPr>
          <p:cNvPr id="538" name="Google Shape;538;p66"/>
          <p:cNvPicPr preferRelativeResize="0"/>
          <p:nvPr/>
        </p:nvPicPr>
        <p:blipFill>
          <a:blip r:embed="rId6">
            <a:alphaModFix/>
          </a:blip>
          <a:stretch>
            <a:fillRect/>
          </a:stretch>
        </p:blipFill>
        <p:spPr>
          <a:xfrm>
            <a:off x="3241263" y="3332778"/>
            <a:ext cx="2916311" cy="1692425"/>
          </a:xfrm>
          <a:prstGeom prst="rect">
            <a:avLst/>
          </a:prstGeom>
          <a:noFill/>
          <a:ln>
            <a:noFill/>
          </a:ln>
        </p:spPr>
      </p:pic>
      <p:pic>
        <p:nvPicPr>
          <p:cNvPr id="539" name="Google Shape;539;p66"/>
          <p:cNvPicPr preferRelativeResize="0"/>
          <p:nvPr/>
        </p:nvPicPr>
        <p:blipFill>
          <a:blip r:embed="rId7">
            <a:alphaModFix/>
          </a:blip>
          <a:stretch>
            <a:fillRect/>
          </a:stretch>
        </p:blipFill>
        <p:spPr>
          <a:xfrm>
            <a:off x="6157575" y="3332775"/>
            <a:ext cx="2842950" cy="1692425"/>
          </a:xfrm>
          <a:prstGeom prst="rect">
            <a:avLst/>
          </a:prstGeom>
          <a:noFill/>
          <a:ln>
            <a:noFill/>
          </a:ln>
        </p:spPr>
      </p:pic>
      <p:pic>
        <p:nvPicPr>
          <p:cNvPr id="540" name="Google Shape;540;p66"/>
          <p:cNvPicPr preferRelativeResize="0"/>
          <p:nvPr/>
        </p:nvPicPr>
        <p:blipFill>
          <a:blip r:embed="rId8">
            <a:alphaModFix/>
          </a:blip>
          <a:stretch>
            <a:fillRect/>
          </a:stretch>
        </p:blipFill>
        <p:spPr>
          <a:xfrm>
            <a:off x="6227700" y="108925"/>
            <a:ext cx="2772824" cy="1557975"/>
          </a:xfrm>
          <a:prstGeom prst="rect">
            <a:avLst/>
          </a:prstGeom>
          <a:noFill/>
          <a:ln>
            <a:noFill/>
          </a:ln>
        </p:spPr>
      </p:pic>
      <p:sp>
        <p:nvSpPr>
          <p:cNvPr id="541" name="Google Shape;541;p66"/>
          <p:cNvSpPr txBox="1"/>
          <p:nvPr/>
        </p:nvSpPr>
        <p:spPr>
          <a:xfrm>
            <a:off x="398325" y="1124725"/>
            <a:ext cx="5559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layfair Display"/>
                <a:ea typeface="Playfair Display"/>
                <a:cs typeface="Playfair Display"/>
                <a:sym typeface="Playfair Display"/>
              </a:rPr>
              <a:t>Within these line graphs are the different variations of fruits in different forms of production. Each graph has more or less of a certain fruit in a certain form, and upon further observation each graph is organized from most inexpensive to most expensive fruit in production.</a:t>
            </a:r>
            <a:endParaRPr>
              <a:solidFill>
                <a:schemeClr val="lt1"/>
              </a:solidFill>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5" name="Shape 545"/>
        <p:cNvGrpSpPr/>
        <p:nvPr/>
      </p:nvGrpSpPr>
      <p:grpSpPr>
        <a:xfrm>
          <a:off x="0" y="0"/>
          <a:ext cx="0" cy="0"/>
          <a:chOff x="0" y="0"/>
          <a:chExt cx="0" cy="0"/>
        </a:xfrm>
      </p:grpSpPr>
      <p:sp>
        <p:nvSpPr>
          <p:cNvPr id="546" name="Google Shape;546;p67"/>
          <p:cNvSpPr txBox="1"/>
          <p:nvPr/>
        </p:nvSpPr>
        <p:spPr>
          <a:xfrm>
            <a:off x="398325" y="105300"/>
            <a:ext cx="7778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Playfair Display"/>
                <a:ea typeface="Playfair Display"/>
                <a:cs typeface="Playfair Display"/>
                <a:sym typeface="Playfair Display"/>
              </a:rPr>
              <a:t>Line and Violin Graph: Average Price per Cup Equivalent by Fruit Form</a:t>
            </a:r>
            <a:endParaRPr b="1" sz="1800">
              <a:solidFill>
                <a:srgbClr val="E3E3E3"/>
              </a:solidFill>
              <a:highlight>
                <a:srgbClr val="282A2C"/>
              </a:highlight>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Instrument Sans"/>
              <a:ea typeface="Instrument Sans"/>
              <a:cs typeface="Instrument Sans"/>
              <a:sym typeface="Instrument Sans"/>
            </a:endParaRPr>
          </a:p>
        </p:txBody>
      </p:sp>
      <p:sp>
        <p:nvSpPr>
          <p:cNvPr id="547" name="Google Shape;547;p67"/>
          <p:cNvSpPr txBox="1"/>
          <p:nvPr/>
        </p:nvSpPr>
        <p:spPr>
          <a:xfrm>
            <a:off x="342750" y="4028725"/>
            <a:ext cx="8458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Playfair Display"/>
                <a:ea typeface="Playfair Display"/>
                <a:cs typeface="Playfair Display"/>
                <a:sym typeface="Playfair Display"/>
              </a:rPr>
              <a:t>The two graphs provided consist of a line graph (easy to </a:t>
            </a:r>
            <a:r>
              <a:rPr lang="en">
                <a:solidFill>
                  <a:schemeClr val="lt1"/>
                </a:solidFill>
                <a:latin typeface="Playfair Display"/>
                <a:ea typeface="Playfair Display"/>
                <a:cs typeface="Playfair Display"/>
                <a:sym typeface="Playfair Display"/>
              </a:rPr>
              <a:t>understand</a:t>
            </a:r>
            <a:r>
              <a:rPr lang="en">
                <a:solidFill>
                  <a:schemeClr val="lt1"/>
                </a:solidFill>
                <a:latin typeface="Playfair Display"/>
                <a:ea typeface="Playfair Display"/>
                <a:cs typeface="Playfair Display"/>
                <a:sym typeface="Playfair Display"/>
              </a:rPr>
              <a:t>) and a violin graph ( visually appealing), and though different they both compare the average price for a different forms ordered in increasing average prices.</a:t>
            </a:r>
            <a:endParaRPr>
              <a:solidFill>
                <a:schemeClr val="lt1"/>
              </a:solidFill>
              <a:latin typeface="Playfair Display"/>
              <a:ea typeface="Playfair Display"/>
              <a:cs typeface="Playfair Display"/>
              <a:sym typeface="Playfair Display"/>
            </a:endParaRPr>
          </a:p>
        </p:txBody>
      </p:sp>
      <p:pic>
        <p:nvPicPr>
          <p:cNvPr id="548" name="Google Shape;548;p67"/>
          <p:cNvPicPr preferRelativeResize="0"/>
          <p:nvPr/>
        </p:nvPicPr>
        <p:blipFill>
          <a:blip r:embed="rId4">
            <a:alphaModFix/>
          </a:blip>
          <a:stretch>
            <a:fillRect/>
          </a:stretch>
        </p:blipFill>
        <p:spPr>
          <a:xfrm>
            <a:off x="4637700" y="1134250"/>
            <a:ext cx="4328299" cy="2451875"/>
          </a:xfrm>
          <a:prstGeom prst="rect">
            <a:avLst/>
          </a:prstGeom>
          <a:noFill/>
          <a:ln>
            <a:noFill/>
          </a:ln>
        </p:spPr>
      </p:pic>
      <p:pic>
        <p:nvPicPr>
          <p:cNvPr id="549" name="Google Shape;549;p67"/>
          <p:cNvPicPr preferRelativeResize="0"/>
          <p:nvPr/>
        </p:nvPicPr>
        <p:blipFill>
          <a:blip r:embed="rId5">
            <a:alphaModFix/>
          </a:blip>
          <a:stretch>
            <a:fillRect/>
          </a:stretch>
        </p:blipFill>
        <p:spPr>
          <a:xfrm>
            <a:off x="292920" y="1134250"/>
            <a:ext cx="4328311" cy="24518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3" name="Shape 553"/>
        <p:cNvGrpSpPr/>
        <p:nvPr/>
      </p:nvGrpSpPr>
      <p:grpSpPr>
        <a:xfrm>
          <a:off x="0" y="0"/>
          <a:ext cx="0" cy="0"/>
          <a:chOff x="0" y="0"/>
          <a:chExt cx="0" cy="0"/>
        </a:xfrm>
      </p:grpSpPr>
      <p:sp>
        <p:nvSpPr>
          <p:cNvPr id="554" name="Google Shape;554;p68"/>
          <p:cNvSpPr txBox="1"/>
          <p:nvPr/>
        </p:nvSpPr>
        <p:spPr>
          <a:xfrm>
            <a:off x="829875" y="164150"/>
            <a:ext cx="736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Playfair Display"/>
                <a:ea typeface="Playfair Display"/>
                <a:cs typeface="Playfair Display"/>
                <a:sym typeface="Playfair Display"/>
              </a:rPr>
              <a:t>Bar </a:t>
            </a:r>
            <a:r>
              <a:rPr b="1" lang="en" sz="1800">
                <a:solidFill>
                  <a:schemeClr val="lt1"/>
                </a:solidFill>
                <a:latin typeface="Playfair Display"/>
                <a:ea typeface="Playfair Display"/>
                <a:cs typeface="Playfair Display"/>
                <a:sym typeface="Playfair Display"/>
              </a:rPr>
              <a:t>Graph: Which Fruit Product Cost The Most Per Cup Equivalent?</a:t>
            </a:r>
            <a:endParaRPr b="1" sz="1800">
              <a:solidFill>
                <a:srgbClr val="E3E3E3"/>
              </a:solidFill>
              <a:highlight>
                <a:srgbClr val="282A2C"/>
              </a:highlight>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Instrument Sans"/>
              <a:ea typeface="Instrument Sans"/>
              <a:cs typeface="Instrument Sans"/>
              <a:sym typeface="Instrument Sans"/>
            </a:endParaRPr>
          </a:p>
        </p:txBody>
      </p:sp>
      <p:sp>
        <p:nvSpPr>
          <p:cNvPr id="555" name="Google Shape;555;p68"/>
          <p:cNvSpPr txBox="1"/>
          <p:nvPr/>
        </p:nvSpPr>
        <p:spPr>
          <a:xfrm>
            <a:off x="533050" y="3945050"/>
            <a:ext cx="8323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Playfair Display"/>
                <a:ea typeface="Playfair Display"/>
                <a:cs typeface="Playfair Display"/>
                <a:sym typeface="Playfair Display"/>
              </a:rPr>
              <a:t>This bar graph gives us the first look into part of the research question. Before getting the answer to a question, it is best to find the imbalance to </a:t>
            </a:r>
            <a:r>
              <a:rPr lang="en">
                <a:solidFill>
                  <a:schemeClr val="lt1"/>
                </a:solidFill>
                <a:latin typeface="Playfair Display"/>
                <a:ea typeface="Playfair Display"/>
                <a:cs typeface="Playfair Display"/>
                <a:sym typeface="Playfair Display"/>
              </a:rPr>
              <a:t>follow</a:t>
            </a:r>
            <a:r>
              <a:rPr lang="en">
                <a:solidFill>
                  <a:schemeClr val="lt1"/>
                </a:solidFill>
                <a:latin typeface="Playfair Display"/>
                <a:ea typeface="Playfair Display"/>
                <a:cs typeface="Playfair Display"/>
                <a:sym typeface="Playfair Display"/>
              </a:rPr>
              <a:t> up our question. Take into consideration the most expensive before comparing the least expensive.</a:t>
            </a:r>
            <a:endParaRPr>
              <a:solidFill>
                <a:schemeClr val="lt1"/>
              </a:solidFill>
              <a:latin typeface="Playfair Display"/>
              <a:ea typeface="Playfair Display"/>
              <a:cs typeface="Playfair Display"/>
              <a:sym typeface="Playfair Display"/>
            </a:endParaRPr>
          </a:p>
        </p:txBody>
      </p:sp>
      <p:pic>
        <p:nvPicPr>
          <p:cNvPr id="556" name="Google Shape;556;p68"/>
          <p:cNvPicPr preferRelativeResize="0"/>
          <p:nvPr/>
        </p:nvPicPr>
        <p:blipFill>
          <a:blip r:embed="rId4">
            <a:alphaModFix/>
          </a:blip>
          <a:stretch>
            <a:fillRect/>
          </a:stretch>
        </p:blipFill>
        <p:spPr>
          <a:xfrm>
            <a:off x="1237138" y="903050"/>
            <a:ext cx="6549875" cy="2800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0" name="Shape 560"/>
        <p:cNvGrpSpPr/>
        <p:nvPr/>
      </p:nvGrpSpPr>
      <p:grpSpPr>
        <a:xfrm>
          <a:off x="0" y="0"/>
          <a:ext cx="0" cy="0"/>
          <a:chOff x="0" y="0"/>
          <a:chExt cx="0" cy="0"/>
        </a:xfrm>
      </p:grpSpPr>
      <p:sp>
        <p:nvSpPr>
          <p:cNvPr id="561" name="Google Shape;561;p69"/>
          <p:cNvSpPr txBox="1"/>
          <p:nvPr/>
        </p:nvSpPr>
        <p:spPr>
          <a:xfrm>
            <a:off x="581575" y="122725"/>
            <a:ext cx="809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lt1"/>
                </a:solidFill>
                <a:latin typeface="Playfair Display"/>
                <a:ea typeface="Playfair Display"/>
                <a:cs typeface="Playfair Display"/>
                <a:sym typeface="Playfair Display"/>
              </a:rPr>
              <a:t>Bar</a:t>
            </a:r>
            <a:r>
              <a:rPr b="1" lang="en" sz="1800">
                <a:solidFill>
                  <a:schemeClr val="lt1"/>
                </a:solidFill>
                <a:latin typeface="Playfair Display"/>
                <a:ea typeface="Playfair Display"/>
                <a:cs typeface="Playfair Display"/>
                <a:sym typeface="Playfair Display"/>
              </a:rPr>
              <a:t> Graph: Which Product Offers the Lowest Cost Per Cup Equivalent?</a:t>
            </a:r>
            <a:endParaRPr sz="1800">
              <a:solidFill>
                <a:schemeClr val="lt1"/>
              </a:solidFill>
              <a:latin typeface="Instrument Sans"/>
              <a:ea typeface="Instrument Sans"/>
              <a:cs typeface="Instrument Sans"/>
              <a:sym typeface="Instrument Sans"/>
            </a:endParaRPr>
          </a:p>
        </p:txBody>
      </p:sp>
      <p:sp>
        <p:nvSpPr>
          <p:cNvPr id="562" name="Google Shape;562;p69"/>
          <p:cNvSpPr txBox="1"/>
          <p:nvPr/>
        </p:nvSpPr>
        <p:spPr>
          <a:xfrm>
            <a:off x="581575" y="4023650"/>
            <a:ext cx="8095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Playfair Display"/>
                <a:ea typeface="Playfair Display"/>
                <a:cs typeface="Playfair Display"/>
                <a:sym typeface="Playfair Display"/>
              </a:rPr>
              <a:t>The bar graph compares the ten fruit product records with the lowest average price per cup equivalent. The chart not only answers our </a:t>
            </a:r>
            <a:r>
              <a:rPr lang="en">
                <a:solidFill>
                  <a:schemeClr val="lt1"/>
                </a:solidFill>
                <a:latin typeface="Playfair Display"/>
                <a:ea typeface="Playfair Display"/>
                <a:cs typeface="Playfair Display"/>
                <a:sym typeface="Playfair Display"/>
              </a:rPr>
              <a:t>research</a:t>
            </a:r>
            <a:r>
              <a:rPr lang="en">
                <a:solidFill>
                  <a:schemeClr val="lt1"/>
                </a:solidFill>
                <a:latin typeface="Playfair Display"/>
                <a:ea typeface="Playfair Display"/>
                <a:cs typeface="Playfair Display"/>
                <a:sym typeface="Playfair Display"/>
              </a:rPr>
              <a:t> question but </a:t>
            </a:r>
            <a:r>
              <a:rPr lang="en">
                <a:solidFill>
                  <a:schemeClr val="lt1"/>
                </a:solidFill>
                <a:latin typeface="Playfair Display"/>
                <a:ea typeface="Playfair Display"/>
                <a:cs typeface="Playfair Display"/>
                <a:sym typeface="Playfair Display"/>
              </a:rPr>
              <a:t>identify</a:t>
            </a:r>
            <a:r>
              <a:rPr lang="en">
                <a:solidFill>
                  <a:schemeClr val="lt1"/>
                </a:solidFill>
                <a:latin typeface="Playfair Display"/>
                <a:ea typeface="Playfair Display"/>
                <a:cs typeface="Playfair Display"/>
                <a:sym typeface="Playfair Display"/>
              </a:rPr>
              <a:t> relatively inexpensive options for consumers in 2023.</a:t>
            </a:r>
            <a:endParaRPr>
              <a:solidFill>
                <a:schemeClr val="lt1"/>
              </a:solidFill>
              <a:latin typeface="Playfair Display"/>
              <a:ea typeface="Playfair Display"/>
              <a:cs typeface="Playfair Display"/>
              <a:sym typeface="Playfair Display"/>
            </a:endParaRPr>
          </a:p>
        </p:txBody>
      </p:sp>
      <p:pic>
        <p:nvPicPr>
          <p:cNvPr id="563" name="Google Shape;563;p69"/>
          <p:cNvPicPr preferRelativeResize="0"/>
          <p:nvPr/>
        </p:nvPicPr>
        <p:blipFill>
          <a:blip r:embed="rId4">
            <a:alphaModFix/>
          </a:blip>
          <a:stretch>
            <a:fillRect/>
          </a:stretch>
        </p:blipFill>
        <p:spPr>
          <a:xfrm>
            <a:off x="1240450" y="706325"/>
            <a:ext cx="6543249" cy="3099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7" name="Shape 567"/>
        <p:cNvGrpSpPr/>
        <p:nvPr/>
      </p:nvGrpSpPr>
      <p:grpSpPr>
        <a:xfrm>
          <a:off x="0" y="0"/>
          <a:ext cx="0" cy="0"/>
          <a:chOff x="0" y="0"/>
          <a:chExt cx="0" cy="0"/>
        </a:xfrm>
      </p:grpSpPr>
      <p:sp>
        <p:nvSpPr>
          <p:cNvPr id="568" name="Google Shape;568;p70"/>
          <p:cNvSpPr txBox="1"/>
          <p:nvPr/>
        </p:nvSpPr>
        <p:spPr>
          <a:xfrm>
            <a:off x="806925" y="105325"/>
            <a:ext cx="741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Playfair Display"/>
                <a:ea typeface="Playfair Display"/>
                <a:cs typeface="Playfair Display"/>
                <a:sym typeface="Playfair Display"/>
              </a:rPr>
              <a:t>Histogram</a:t>
            </a:r>
            <a:r>
              <a:rPr b="1" lang="en" sz="1800">
                <a:solidFill>
                  <a:schemeClr val="lt1"/>
                </a:solidFill>
                <a:latin typeface="Playfair Display"/>
                <a:ea typeface="Playfair Display"/>
                <a:cs typeface="Playfair Display"/>
                <a:sym typeface="Playfair Display"/>
              </a:rPr>
              <a:t>: Distribution of Average Fruit Prices per Cup Equivalent</a:t>
            </a:r>
            <a:endParaRPr sz="1800">
              <a:solidFill>
                <a:schemeClr val="lt1"/>
              </a:solidFill>
              <a:latin typeface="Instrument Sans"/>
              <a:ea typeface="Instrument Sans"/>
              <a:cs typeface="Instrument Sans"/>
              <a:sym typeface="Instrument Sans"/>
            </a:endParaRPr>
          </a:p>
        </p:txBody>
      </p:sp>
      <p:sp>
        <p:nvSpPr>
          <p:cNvPr id="569" name="Google Shape;569;p70"/>
          <p:cNvSpPr txBox="1"/>
          <p:nvPr/>
        </p:nvSpPr>
        <p:spPr>
          <a:xfrm>
            <a:off x="400225" y="4028725"/>
            <a:ext cx="8458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Playfair Display"/>
                <a:ea typeface="Playfair Display"/>
                <a:cs typeface="Playfair Display"/>
                <a:sym typeface="Playfair Display"/>
              </a:rPr>
              <a:t>The histogram displays the average prices per cup for fruit products, with bars indicating the count in each price range. Mean and median lines help compare overall averages to the middle price, revealing common price ranges and the effect of expensive products. </a:t>
            </a:r>
            <a:endParaRPr sz="1200">
              <a:solidFill>
                <a:schemeClr val="lt1"/>
              </a:solidFill>
              <a:latin typeface="Playfair Display"/>
              <a:ea typeface="Playfair Display"/>
              <a:cs typeface="Playfair Display"/>
              <a:sym typeface="Playfair Display"/>
            </a:endParaRPr>
          </a:p>
        </p:txBody>
      </p:sp>
      <p:pic>
        <p:nvPicPr>
          <p:cNvPr id="570" name="Google Shape;570;p70"/>
          <p:cNvPicPr preferRelativeResize="0"/>
          <p:nvPr/>
        </p:nvPicPr>
        <p:blipFill>
          <a:blip r:embed="rId4">
            <a:alphaModFix/>
          </a:blip>
          <a:stretch>
            <a:fillRect/>
          </a:stretch>
        </p:blipFill>
        <p:spPr>
          <a:xfrm>
            <a:off x="1675275" y="727388"/>
            <a:ext cx="5673599" cy="31409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4" name="Shape 574"/>
        <p:cNvGrpSpPr/>
        <p:nvPr/>
      </p:nvGrpSpPr>
      <p:grpSpPr>
        <a:xfrm>
          <a:off x="0" y="0"/>
          <a:ext cx="0" cy="0"/>
          <a:chOff x="0" y="0"/>
          <a:chExt cx="0" cy="0"/>
        </a:xfrm>
      </p:grpSpPr>
      <p:sp>
        <p:nvSpPr>
          <p:cNvPr id="575" name="Google Shape;575;p71"/>
          <p:cNvSpPr txBox="1"/>
          <p:nvPr>
            <p:ph idx="1" type="subTitle"/>
          </p:nvPr>
        </p:nvSpPr>
        <p:spPr>
          <a:xfrm>
            <a:off x="1819350" y="1557525"/>
            <a:ext cx="5505300" cy="62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600">
                <a:latin typeface="Playfair Display"/>
                <a:ea typeface="Playfair Display"/>
                <a:cs typeface="Playfair Display"/>
                <a:sym typeface="Playfair Display"/>
              </a:rPr>
              <a:t>Summarized</a:t>
            </a:r>
            <a:r>
              <a:rPr lang="en" sz="2600">
                <a:latin typeface="Playfair Display"/>
                <a:ea typeface="Playfair Display"/>
                <a:cs typeface="Playfair Display"/>
                <a:sym typeface="Playfair Display"/>
              </a:rPr>
              <a:t> Report and Conclusion</a:t>
            </a:r>
            <a:endParaRPr sz="2600">
              <a:latin typeface="Playfair Display"/>
              <a:ea typeface="Playfair Display"/>
              <a:cs typeface="Playfair Display"/>
              <a:sym typeface="Playfair Display"/>
            </a:endParaRPr>
          </a:p>
        </p:txBody>
      </p:sp>
      <p:sp>
        <p:nvSpPr>
          <p:cNvPr id="576" name="Google Shape;576;p71"/>
          <p:cNvSpPr txBox="1"/>
          <p:nvPr>
            <p:ph idx="2" type="subTitle"/>
          </p:nvPr>
        </p:nvSpPr>
        <p:spPr>
          <a:xfrm>
            <a:off x="624000" y="2337050"/>
            <a:ext cx="7896000" cy="164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600">
                <a:solidFill>
                  <a:srgbClr val="000000"/>
                </a:solidFill>
                <a:latin typeface="Playfair Display"/>
                <a:ea typeface="Playfair Display"/>
                <a:cs typeface="Playfair Display"/>
                <a:sym typeface="Playfair Display"/>
              </a:rPr>
              <a:t>This project analyzed the 2023 fruit price dataset, focusing on cup-equivalent prices and variations across fruit forms. Visualizations illustrated price ranges and demonstrated how data visualization aids in understanding prices. Limitations include the dataset's average prices, which may not reflect current grocery costs. Overall, it showcased how Python and visualization reveal fruit price patterns effectively. </a:t>
            </a:r>
            <a:endParaRPr sz="1600">
              <a:solidFill>
                <a:srgbClr val="000000"/>
              </a:solidFill>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2"/>
          <p:cNvSpPr txBox="1"/>
          <p:nvPr>
            <p:ph type="title"/>
          </p:nvPr>
        </p:nvSpPr>
        <p:spPr>
          <a:xfrm>
            <a:off x="224100" y="2120550"/>
            <a:ext cx="5666400" cy="78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Playfair Display SemiBold"/>
                <a:ea typeface="Playfair Display SemiBold"/>
                <a:cs typeface="Playfair Display SemiBold"/>
                <a:sym typeface="Playfair Display SemiBold"/>
              </a:rPr>
              <a:t>Thank you</a:t>
            </a:r>
            <a:endParaRPr>
              <a:latin typeface="Playfair Display SemiBold"/>
              <a:ea typeface="Playfair Display SemiBold"/>
              <a:cs typeface="Playfair Display SemiBold"/>
              <a:sym typeface="Playfair Display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Pastel gradients">
  <a:themeElements>
    <a:clrScheme name="Simple Light">
      <a:dk1>
        <a:srgbClr val="F4F4F4"/>
      </a:dk1>
      <a:lt1>
        <a:srgbClr val="202124"/>
      </a:lt1>
      <a:dk2>
        <a:srgbClr val="E8F0FE"/>
      </a:dk2>
      <a:lt2>
        <a:srgbClr val="FEFEFE"/>
      </a:lt2>
      <a:accent1>
        <a:srgbClr val="FFFFBE"/>
      </a:accent1>
      <a:accent2>
        <a:srgbClr val="AECBFA"/>
      </a:accent2>
      <a:accent3>
        <a:srgbClr val="FFC9C9"/>
      </a:accent3>
      <a:accent4>
        <a:srgbClr val="F9F93D"/>
      </a:accent4>
      <a:accent5>
        <a:srgbClr val="747474"/>
      </a:accent5>
      <a:accent6>
        <a:srgbClr val="5A5A5A"/>
      </a:accent6>
      <a:hlink>
        <a:srgbClr val="FFC9C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